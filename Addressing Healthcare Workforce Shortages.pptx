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52" r:id="rId4"/>
    <p:sldMasterId id="21474837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Inter"/>
      <p:regular r:id="rId20"/>
      <p:bold r:id="rId21"/>
      <p:italic r:id="rId22"/>
      <p:boldItalic r:id="rId23"/>
    </p:embeddedFont>
    <p:embeddedFont>
      <p:font typeface="Della Respira"/>
      <p:regular r:id="rId24"/>
    </p:embeddedFont>
    <p:embeddedFont>
      <p:font typeface="DM Sans Light"/>
      <p:regular r:id="rId25"/>
      <p:bold r:id="rId26"/>
      <p:italic r:id="rId27"/>
      <p:boldItalic r:id="rId28"/>
    </p:embeddedFont>
    <p:embeddedFont>
      <p:font typeface="DM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MSans-italic.fntdata"/><Relationship Id="rId30" Type="http://schemas.openxmlformats.org/officeDocument/2006/relationships/font" Target="fonts/DMSans-bold.fntdata"/><Relationship Id="rId32" Type="http://schemas.openxmlformats.org/officeDocument/2006/relationships/font" Target="fonts/DMSans-boldItalic.fntdata"/><Relationship Id="rId20" Type="http://schemas.openxmlformats.org/officeDocument/2006/relationships/font" Target="fonts/Inter-regular.fntdata"/><Relationship Id="rId22" Type="http://schemas.openxmlformats.org/officeDocument/2006/relationships/font" Target="fonts/Inter-italic.fntdata"/><Relationship Id="rId21" Type="http://schemas.openxmlformats.org/officeDocument/2006/relationships/font" Target="fonts/Inter-bold.fntdata"/><Relationship Id="rId24" Type="http://schemas.openxmlformats.org/officeDocument/2006/relationships/font" Target="fonts/DellaRespira-regular.fntdata"/><Relationship Id="rId23" Type="http://schemas.openxmlformats.org/officeDocument/2006/relationships/font" Target="fonts/Inter-boldItalic.fntdata"/><Relationship Id="rId26" Type="http://schemas.openxmlformats.org/officeDocument/2006/relationships/font" Target="fonts/DMSansLight-bold.fntdata"/><Relationship Id="rId25" Type="http://schemas.openxmlformats.org/officeDocument/2006/relationships/font" Target="fonts/DMSansLight-regular.fntdata"/><Relationship Id="rId28" Type="http://schemas.openxmlformats.org/officeDocument/2006/relationships/font" Target="fonts/DMSansLight-boldItalic.fntdata"/><Relationship Id="rId27" Type="http://schemas.openxmlformats.org/officeDocument/2006/relationships/font" Target="fonts/DMSansLight-italic.fntdata"/><Relationship Id="rId29" Type="http://schemas.openxmlformats.org/officeDocument/2006/relationships/font" Target="fonts/DMSans-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a10a461583_0_2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a10a461583_0_2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a10a461583_0_2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3a10a461583_0_2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Jayashree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An analysis of the Labor Market and Analytics and Economic Data indicated a future shortage of close to 3.5 million healthcare workers by 2026 (Association of American Medical Colleges 2021). </a:t>
            </a:r>
            <a:endParaRPr>
              <a:solidFill>
                <a:schemeClr val="dk1"/>
              </a:solidFill>
            </a:endParaRPr>
          </a:p>
          <a:p>
            <a:pPr indent="0" lvl="0" marL="0" rtl="0" algn="l">
              <a:lnSpc>
                <a:spcPct val="115000"/>
              </a:lnSpc>
              <a:spcBef>
                <a:spcPts val="0"/>
              </a:spcBef>
              <a:spcAft>
                <a:spcPts val="0"/>
              </a:spcAft>
              <a:buNone/>
            </a:pPr>
            <a:r>
              <a:rPr lang="en">
                <a:solidFill>
                  <a:schemeClr val="dk1"/>
                </a:solidFill>
              </a:rPr>
              <a:t>Additionally, there has been a history of shortages in filling residency positions for primary care physicians, pathologists, neurologists, and psychiatrists</a:t>
            </a:r>
            <a:endParaRPr>
              <a:solidFill>
                <a:schemeClr val="dk1"/>
              </a:solidFill>
            </a:endParaRPr>
          </a:p>
          <a:p>
            <a:pPr indent="0" lvl="0" marL="0" rtl="0" algn="l">
              <a:lnSpc>
                <a:spcPct val="115000"/>
              </a:lnSpc>
              <a:spcBef>
                <a:spcPts val="0"/>
              </a:spcBef>
              <a:spcAft>
                <a:spcPts val="0"/>
              </a:spcAft>
              <a:buNone/>
            </a:pPr>
            <a:r>
              <a:rPr lang="en">
                <a:solidFill>
                  <a:schemeClr val="dk1"/>
                </a:solidFill>
              </a:rPr>
              <a:t>In rural and underserved areas, there is a greater shortage of those in the healthcare workforce and providing workforce development programs is a step to alleviate these shortages. Only 9% of the physician workforce works in a rural area currently, further escalating the healthcare problems that occur in rural areas. People living in rural areas are also less likely to be insured, have </a:t>
            </a:r>
            <a:r>
              <a:rPr lang="en">
                <a:solidFill>
                  <a:schemeClr val="dk1"/>
                </a:solidFill>
              </a:rPr>
              <a:t>encompassing</a:t>
            </a:r>
            <a:r>
              <a:rPr lang="en">
                <a:solidFill>
                  <a:schemeClr val="dk1"/>
                </a:solidFill>
              </a:rPr>
              <a:t> benefits, and be able to access care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Furthermore, as shortages are occurring, the healthcare industry and policy makers are actively seeking ways to reform and improve the delivery system, including the development of new payment policies and incentives to reward improved performance in an area (Salsberg 2015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 turnover rates in fields like direct support because of lack of </a:t>
            </a:r>
            <a:r>
              <a:rPr lang="en">
                <a:solidFill>
                  <a:schemeClr val="dk1"/>
                </a:solidFill>
              </a:rPr>
              <a:t>reimbursement</a:t>
            </a:r>
            <a:r>
              <a:rPr lang="en">
                <a:solidFill>
                  <a:schemeClr val="dk1"/>
                </a:solidFill>
              </a:rPr>
              <a:t> </a:t>
            </a:r>
            <a:endParaRPr>
              <a:solidFill>
                <a:schemeClr val="dk1"/>
              </a:solidFill>
            </a:endParaRPr>
          </a:p>
          <a:p>
            <a:pPr indent="0" lvl="0" marL="0" rtl="0" algn="l">
              <a:lnSpc>
                <a:spcPct val="115000"/>
              </a:lnSpc>
              <a:spcBef>
                <a:spcPts val="0"/>
              </a:spcBef>
              <a:spcAft>
                <a:spcPts val="0"/>
              </a:spcAft>
              <a:buNone/>
            </a:pPr>
            <a:r>
              <a:rPr lang="en">
                <a:solidFill>
                  <a:schemeClr val="dk1"/>
                </a:solidFill>
              </a:rPr>
              <a:t>Current programs to address shortages: tax incentives for </a:t>
            </a:r>
            <a:r>
              <a:rPr lang="en">
                <a:solidFill>
                  <a:schemeClr val="dk1"/>
                </a:solidFill>
              </a:rPr>
              <a:t>apprenticeships such as shadowing opportunities for high schoolers, lack of government sponsored health care insurance plans in rural areas (more likely to be uninsured or have fewer benefits)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How can retention and recruitment strategies be developed to address workforce shortages? (potential answer- focus on areas of most need, whether that is by state, by sector, or by profession)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a10a461583_0_2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3a10a461583_0_2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Jayashree</a:t>
            </a:r>
            <a:endParaRPr>
              <a:solidFill>
                <a:schemeClr val="dk1"/>
              </a:solidFill>
            </a:endParaRPr>
          </a:p>
          <a:p>
            <a:pPr indent="0" lvl="0" marL="0" rtl="0" algn="l">
              <a:lnSpc>
                <a:spcPct val="115000"/>
              </a:lnSpc>
              <a:spcBef>
                <a:spcPts val="0"/>
              </a:spcBef>
              <a:spcAft>
                <a:spcPts val="0"/>
              </a:spcAft>
              <a:buNone/>
            </a:pPr>
            <a:r>
              <a:rPr lang="en">
                <a:solidFill>
                  <a:schemeClr val="dk1"/>
                </a:solidFill>
              </a:rPr>
              <a:t>How can retention and recruitment strategies be developed to address workforce shortages? (potential answer- focus on areas of most need, whether that is by state, by sector, or by profession)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a10a461583_0_2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a10a461583_0_2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Jayashree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a10a461583_0_27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a10a461583_0_27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Jayashree</a:t>
            </a:r>
            <a:endParaRPr/>
          </a:p>
          <a:p>
            <a:pPr indent="0" lvl="0" marL="0" rtl="0" algn="l">
              <a:spcBef>
                <a:spcPts val="0"/>
              </a:spcBef>
              <a:spcAft>
                <a:spcPts val="0"/>
              </a:spcAft>
              <a:buNone/>
            </a:pPr>
            <a:r>
              <a:rPr lang="en"/>
              <a:t>National health service corp: </a:t>
            </a:r>
            <a:r>
              <a:rPr lang="en"/>
              <a:t>scholarship</a:t>
            </a:r>
            <a:r>
              <a:rPr lang="en"/>
              <a:t> for students pursuing certain areas of study such as primary care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a10a461583_0_2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3a10a461583_0_2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Both</a:t>
            </a:r>
            <a:endParaRPr/>
          </a:p>
          <a:p>
            <a:pPr indent="0" lvl="0" marL="0" rtl="0" algn="l">
              <a:spcBef>
                <a:spcPts val="0"/>
              </a:spcBef>
              <a:spcAft>
                <a:spcPts val="0"/>
              </a:spcAft>
              <a:buNone/>
            </a:pPr>
            <a:r>
              <a:rPr lang="en"/>
              <a:t>Reet: Main point of visualizations: addressing </a:t>
            </a:r>
            <a:r>
              <a:rPr lang="en"/>
              <a:t>workforce</a:t>
            </a:r>
            <a:r>
              <a:rPr lang="en"/>
              <a:t> shortages in health care requires targeted approaches that take into account the healthcare landscape of a specific location, because it is evident that workforce shortages are more </a:t>
            </a:r>
            <a:r>
              <a:rPr lang="en"/>
              <a:t>exacerbated</a:t>
            </a:r>
            <a:r>
              <a:rPr lang="en"/>
              <a:t> in some areas than others- such as rural areas and health care deserts. Because of this, we decided to visualize the KPIs in relation to state, </a:t>
            </a:r>
            <a:r>
              <a:rPr lang="en"/>
              <a:t>discipline</a:t>
            </a:r>
            <a:r>
              <a:rPr lang="en"/>
              <a:t>, and county. Thus, we decided to create </a:t>
            </a:r>
            <a:r>
              <a:rPr lang="en"/>
              <a:t>geographic</a:t>
            </a:r>
            <a:r>
              <a:rPr lang="en"/>
              <a:t> filled maps, heat maps, and bar graphs to visualize this.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a10a461583_0_2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3a10a461583_0_2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Reet: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a34974331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3a34974331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Evolution of the dashboard started with selection of KPIs and parts of data from the HRSA data warehouse to use, given that this was such a large dataset. Next, the data was cleaned within Tableau to remove NA columns. In order to use county level data within the state of </a:t>
            </a:r>
            <a:r>
              <a:rPr lang="en"/>
              <a:t>north</a:t>
            </a:r>
            <a:r>
              <a:rPr lang="en"/>
              <a:t> carolina, the data set had to be subsetted given that some counties were </a:t>
            </a:r>
            <a:r>
              <a:rPr lang="en"/>
              <a:t>listed</a:t>
            </a:r>
            <a:r>
              <a:rPr lang="en"/>
              <a:t> with different identifiers, such as middle income and lower income, which made it difficult for Tableau to recognize these as </a:t>
            </a:r>
            <a:r>
              <a:rPr lang="en"/>
              <a:t>geographic</a:t>
            </a:r>
            <a:r>
              <a:rPr lang="en"/>
              <a:t> locations. This was done by researching counties in NC with highest and lowest population levels, in order to visualize whether there was a relationship </a:t>
            </a:r>
            <a:r>
              <a:rPr lang="en"/>
              <a:t>between</a:t>
            </a:r>
            <a:r>
              <a:rPr lang="en"/>
              <a:t> population levels and hpsa scores. After this data was selected, the visualizations were created and added onto the initial dashboard prototype. The layout was changed by adding national data at the top of the dashboard, and state/ county data towards the bottom to </a:t>
            </a:r>
            <a:r>
              <a:rPr lang="en"/>
              <a:t>assist</a:t>
            </a:r>
            <a:r>
              <a:rPr lang="en"/>
              <a:t> in </a:t>
            </a:r>
            <a:r>
              <a:rPr lang="en"/>
              <a:t>storytelling</a:t>
            </a:r>
            <a:r>
              <a:rPr lang="en"/>
              <a:t>. Lastly, interactive features were added to the dashboard by adding a filter for the bar graph so that viewers can choose which state data to see scoring for per </a:t>
            </a:r>
            <a:r>
              <a:rPr lang="en"/>
              <a:t>discipline</a:t>
            </a:r>
            <a:r>
              <a:rPr lang="en"/>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a46a9c6ad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3a46a9c6ad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Reet</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a10a461583_0_2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3a10a461583_0_2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Reet</a:t>
            </a:r>
            <a:endParaRPr/>
          </a:p>
          <a:p>
            <a:pPr indent="0" lvl="0" marL="0" rtl="0" algn="l">
              <a:spcBef>
                <a:spcPts val="0"/>
              </a:spcBef>
              <a:spcAft>
                <a:spcPts val="0"/>
              </a:spcAft>
              <a:buNone/>
            </a:pPr>
            <a:r>
              <a:rPr lang="en"/>
              <a:t>We </a:t>
            </a:r>
            <a:r>
              <a:rPr lang="en"/>
              <a:t>encountered</a:t>
            </a:r>
            <a:r>
              <a:rPr lang="en"/>
              <a:t> many limitations in this project that ultimately affected creation of </a:t>
            </a:r>
            <a:r>
              <a:rPr lang="en"/>
              <a:t>visualizations</a:t>
            </a:r>
            <a:r>
              <a:rPr lang="en"/>
              <a:t> for the dashboard. One of them included missing data for some counties- which may be due to the designation status of the health professional shortage areas. Due to this, when choosing county data to include, some bias may have been introduced. Additionally, </a:t>
            </a:r>
            <a:r>
              <a:rPr lang="en"/>
              <a:t>conflicting</a:t>
            </a:r>
            <a:r>
              <a:rPr lang="en"/>
              <a:t> data types lead us to subsetting the data in order to create our </a:t>
            </a:r>
            <a:r>
              <a:rPr lang="en"/>
              <a:t>geographic</a:t>
            </a:r>
            <a:r>
              <a:rPr lang="en"/>
              <a:t> maps. The data warehouse also contained a large amount of data, which was hard to parse through. The scoring metrics used by Health Resources and Services </a:t>
            </a:r>
            <a:r>
              <a:rPr lang="en"/>
              <a:t>administration also had some limitations- for example, the calculation  of HPSA scores did not account a variety of factors which may influence access to health care such as insurance coverage or other social determinants of health.   </a:t>
            </a:r>
            <a:r>
              <a:rPr lang="en"/>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a10a461583_0_2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3a10a461583_0_2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Reet</a:t>
            </a:r>
            <a:endParaRPr/>
          </a:p>
          <a:p>
            <a:pPr indent="0" lvl="0" marL="0" rtl="0" algn="l">
              <a:spcBef>
                <a:spcPts val="0"/>
              </a:spcBef>
              <a:spcAft>
                <a:spcPts val="0"/>
              </a:spcAft>
              <a:buNone/>
            </a:pPr>
            <a:r>
              <a:rPr lang="en"/>
              <a:t>In conclusion, this project showed us that BI is a powerful tool that can help drive policy and program </a:t>
            </a:r>
            <a:r>
              <a:rPr lang="en"/>
              <a:t>recommendations</a:t>
            </a:r>
            <a:r>
              <a:rPr lang="en"/>
              <a:t> and changes to </a:t>
            </a:r>
            <a:r>
              <a:rPr lang="en"/>
              <a:t>alleviate</a:t>
            </a:r>
            <a:r>
              <a:rPr lang="en"/>
              <a:t> burden of workforce shortages in health care. Research shows that in order to combat this issue, efforts should be targeted within the healthcare landscape- so bi solutions should be focused around this. Examples of these kinds of solutions would include creating more pipeline programs for rural students to practice in rural areas, awarding </a:t>
            </a:r>
            <a:r>
              <a:rPr lang="en"/>
              <a:t>scholarships</a:t>
            </a:r>
            <a:r>
              <a:rPr lang="en"/>
              <a:t> to students pursuing certain fields of study such as primary care, or creating a centralized department of workforce development within each state and programs with direct career </a:t>
            </a:r>
            <a:r>
              <a:rPr lang="en"/>
              <a:t>opportunities. While the HRSA data warehouse was a valuable tool to highlight where these efforts may be most needed, designation and scoring should be updated to include more factors that impact healthcare delivery.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a:t>
            </a:r>
            <a:r>
              <a:rPr lang="en"/>
              <a:t> example: awarding </a:t>
            </a:r>
            <a:r>
              <a:rPr lang="en"/>
              <a:t>scholarships</a:t>
            </a:r>
            <a:r>
              <a:rPr lang="en"/>
              <a:t> to students pursuing certain fields of study such as primary care, increase </a:t>
            </a:r>
            <a:r>
              <a:rPr lang="en"/>
              <a:t>funding</a:t>
            </a:r>
            <a:r>
              <a:rPr lang="en"/>
              <a:t> for rural areas, creating centralized department of workforce development office within each state and programs with direct career opportunities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a34974331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3a34974331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a10a461583_0_2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3a10a461583_0_2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13" name="Shape 13"/>
        <p:cNvGrpSpPr/>
        <p:nvPr/>
      </p:nvGrpSpPr>
      <p:grpSpPr>
        <a:xfrm>
          <a:off x="0" y="0"/>
          <a:ext cx="0" cy="0"/>
          <a:chOff x="0" y="0"/>
          <a:chExt cx="0" cy="0"/>
        </a:xfrm>
      </p:grpSpPr>
      <p:sp>
        <p:nvSpPr>
          <p:cNvPr id="14" name="Google Shape;14;p2"/>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15" name="Google Shape;15;p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1" name="Google Shape;21;p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24" name="Shape 24"/>
        <p:cNvGrpSpPr/>
        <p:nvPr/>
      </p:nvGrpSpPr>
      <p:grpSpPr>
        <a:xfrm>
          <a:off x="0" y="0"/>
          <a:ext cx="0" cy="0"/>
          <a:chOff x="0" y="0"/>
          <a:chExt cx="0" cy="0"/>
        </a:xfrm>
      </p:grpSpPr>
      <p:sp>
        <p:nvSpPr>
          <p:cNvPr id="25" name="Google Shape;25;p4"/>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6" name="Google Shape;26;p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31" name="Google Shape;31;p5"/>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32" name="Google Shape;32;p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4" name="Google Shape;34;p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35" name="Shape 35"/>
        <p:cNvGrpSpPr/>
        <p:nvPr/>
      </p:nvGrpSpPr>
      <p:grpSpPr>
        <a:xfrm>
          <a:off x="0" y="0"/>
          <a:ext cx="0" cy="0"/>
          <a:chOff x="0" y="0"/>
          <a:chExt cx="0" cy="0"/>
        </a:xfrm>
      </p:grpSpPr>
      <p:cxnSp>
        <p:nvCxnSpPr>
          <p:cNvPr id="36" name="Google Shape;36;p6"/>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37" name="Google Shape;37;p6"/>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38" name="Google Shape;38;p6"/>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39" name="Google Shape;39;p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1" name="Google Shape;41;p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2" name="Google Shape;42;p6"/>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43" name="Shape 43"/>
        <p:cNvGrpSpPr/>
        <p:nvPr/>
      </p:nvGrpSpPr>
      <p:grpSpPr>
        <a:xfrm>
          <a:off x="0" y="0"/>
          <a:ext cx="0" cy="0"/>
          <a:chOff x="0" y="0"/>
          <a:chExt cx="0" cy="0"/>
        </a:xfrm>
      </p:grpSpPr>
      <p:sp>
        <p:nvSpPr>
          <p:cNvPr id="44" name="Google Shape;44;p7"/>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5" name="Google Shape;45;p7"/>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46" name="Google Shape;46;p7"/>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47" name="Google Shape;47;p7"/>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48" name="Google Shape;48;p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50" name="Google Shape;50;p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53" name="Google Shape;53;p8"/>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54" name="Google Shape;54;p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58" name="Shape 58"/>
        <p:cNvGrpSpPr/>
        <p:nvPr/>
      </p:nvGrpSpPr>
      <p:grpSpPr>
        <a:xfrm>
          <a:off x="0" y="0"/>
          <a:ext cx="0" cy="0"/>
          <a:chOff x="0" y="0"/>
          <a:chExt cx="0" cy="0"/>
        </a:xfrm>
      </p:grpSpPr>
      <p:sp>
        <p:nvSpPr>
          <p:cNvPr id="59" name="Google Shape;59;p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61" name="Google Shape;61;p9"/>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62" name="Shape 62"/>
        <p:cNvGrpSpPr/>
        <p:nvPr/>
      </p:nvGrpSpPr>
      <p:grpSpPr>
        <a:xfrm>
          <a:off x="0" y="0"/>
          <a:ext cx="0" cy="0"/>
          <a:chOff x="0" y="0"/>
          <a:chExt cx="0" cy="0"/>
        </a:xfrm>
      </p:grpSpPr>
      <p:sp>
        <p:nvSpPr>
          <p:cNvPr id="63" name="Google Shape;63;p10"/>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64" name="Google Shape;64;p1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6" name="Google Shape;66;p1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7" name="Google Shape;67;p10"/>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8" name="Google Shape;68;p10"/>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69" name="Google Shape;69;p10"/>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0" name="Google Shape;70;p10"/>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1" name="Google Shape;71;p10"/>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2" name="Google Shape;72;p10"/>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3" name="Google Shape;73;p10"/>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4" name="Google Shape;74;p10"/>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75" name="Shape 75"/>
        <p:cNvGrpSpPr/>
        <p:nvPr/>
      </p:nvGrpSpPr>
      <p:grpSpPr>
        <a:xfrm>
          <a:off x="0" y="0"/>
          <a:ext cx="0" cy="0"/>
          <a:chOff x="0" y="0"/>
          <a:chExt cx="0" cy="0"/>
        </a:xfrm>
      </p:grpSpPr>
      <p:sp>
        <p:nvSpPr>
          <p:cNvPr id="76" name="Google Shape;76;p11"/>
          <p:cNvSpPr/>
          <p:nvPr>
            <p:ph idx="2" type="pic"/>
          </p:nvPr>
        </p:nvSpPr>
        <p:spPr>
          <a:xfrm>
            <a:off x="283850" y="2178075"/>
            <a:ext cx="4227600" cy="2505600"/>
          </a:xfrm>
          <a:prstGeom prst="rect">
            <a:avLst/>
          </a:prstGeom>
          <a:noFill/>
          <a:ln>
            <a:noFill/>
          </a:ln>
        </p:spPr>
      </p:sp>
      <p:sp>
        <p:nvSpPr>
          <p:cNvPr id="77" name="Google Shape;77;p1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0" name="Google Shape;80;p11"/>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1" name="Google Shape;81;p11"/>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82" name="Google Shape;82;p11"/>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83" name="Shape 83"/>
        <p:cNvGrpSpPr/>
        <p:nvPr/>
      </p:nvGrpSpPr>
      <p:grpSpPr>
        <a:xfrm>
          <a:off x="0" y="0"/>
          <a:ext cx="0" cy="0"/>
          <a:chOff x="0" y="0"/>
          <a:chExt cx="0" cy="0"/>
        </a:xfrm>
      </p:grpSpPr>
      <p:sp>
        <p:nvSpPr>
          <p:cNvPr id="84" name="Google Shape;84;p12"/>
          <p:cNvSpPr/>
          <p:nvPr>
            <p:ph idx="2" type="pic"/>
          </p:nvPr>
        </p:nvSpPr>
        <p:spPr>
          <a:xfrm>
            <a:off x="4629750" y="0"/>
            <a:ext cx="4227000" cy="4683600"/>
          </a:xfrm>
          <a:prstGeom prst="roundRect">
            <a:avLst>
              <a:gd fmla="val 0" name="adj"/>
            </a:avLst>
          </a:prstGeom>
          <a:noFill/>
          <a:ln>
            <a:noFill/>
          </a:ln>
        </p:spPr>
      </p:sp>
      <p:sp>
        <p:nvSpPr>
          <p:cNvPr id="85" name="Google Shape;85;p1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2"/>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7" name="Google Shape;87;p12"/>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88" name="Google Shape;88;p1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1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90" name="Shape 90"/>
        <p:cNvGrpSpPr/>
        <p:nvPr/>
      </p:nvGrpSpPr>
      <p:grpSpPr>
        <a:xfrm>
          <a:off x="0" y="0"/>
          <a:ext cx="0" cy="0"/>
          <a:chOff x="0" y="0"/>
          <a:chExt cx="0" cy="0"/>
        </a:xfrm>
      </p:grpSpPr>
      <p:sp>
        <p:nvSpPr>
          <p:cNvPr id="91" name="Google Shape;91;p13"/>
          <p:cNvSpPr/>
          <p:nvPr>
            <p:ph idx="2" type="pic"/>
          </p:nvPr>
        </p:nvSpPr>
        <p:spPr>
          <a:xfrm>
            <a:off x="270275" y="3132475"/>
            <a:ext cx="2770500" cy="1551000"/>
          </a:xfrm>
          <a:prstGeom prst="roundRect">
            <a:avLst>
              <a:gd fmla="val 0" name="adj"/>
            </a:avLst>
          </a:prstGeom>
          <a:noFill/>
          <a:ln>
            <a:noFill/>
          </a:ln>
        </p:spPr>
      </p:sp>
      <p:sp>
        <p:nvSpPr>
          <p:cNvPr id="92" name="Google Shape;92;p1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3"/>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94" name="Google Shape;94;p13"/>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95" name="Google Shape;95;p13"/>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6" name="Google Shape;96;p13"/>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7" name="Google Shape;97;p13"/>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98" name="Shape 98"/>
        <p:cNvGrpSpPr/>
        <p:nvPr/>
      </p:nvGrpSpPr>
      <p:grpSpPr>
        <a:xfrm>
          <a:off x="0" y="0"/>
          <a:ext cx="0" cy="0"/>
          <a:chOff x="0" y="0"/>
          <a:chExt cx="0" cy="0"/>
        </a:xfrm>
      </p:grpSpPr>
      <p:sp>
        <p:nvSpPr>
          <p:cNvPr id="99" name="Google Shape;99;p14"/>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0" name="Google Shape;100;p14"/>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01" name="Google Shape;101;p14"/>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2" name="Google Shape;102;p14"/>
          <p:cNvSpPr/>
          <p:nvPr>
            <p:ph idx="3" type="pic"/>
          </p:nvPr>
        </p:nvSpPr>
        <p:spPr>
          <a:xfrm>
            <a:off x="283850" y="0"/>
            <a:ext cx="4227000" cy="4683600"/>
          </a:xfrm>
          <a:prstGeom prst="roundRect">
            <a:avLst>
              <a:gd fmla="val 0" name="adj"/>
            </a:avLst>
          </a:prstGeom>
          <a:noFill/>
          <a:ln>
            <a:noFill/>
          </a:ln>
        </p:spPr>
      </p:sp>
      <p:sp>
        <p:nvSpPr>
          <p:cNvPr id="103" name="Google Shape;103;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4"/>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5" name="Google Shape;105;p14"/>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06" name="Shape 106"/>
        <p:cNvGrpSpPr/>
        <p:nvPr/>
      </p:nvGrpSpPr>
      <p:grpSpPr>
        <a:xfrm>
          <a:off x="0" y="0"/>
          <a:ext cx="0" cy="0"/>
          <a:chOff x="0" y="0"/>
          <a:chExt cx="0" cy="0"/>
        </a:xfrm>
      </p:grpSpPr>
      <p:sp>
        <p:nvSpPr>
          <p:cNvPr id="107" name="Google Shape;107;p1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5"/>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9" name="Google Shape;109;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0" name="Google Shape;110;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15"/>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12" name="Google Shape;112;p15"/>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3" name="Google Shape;113;p15"/>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14" name="Google Shape;114;p15"/>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5" name="Google Shape;115;p15"/>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6" name="Google Shape;116;p15"/>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7" name="Google Shape;117;p15"/>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8" name="Google Shape;118;p15"/>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9" name="Google Shape;119;p15"/>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20" name="Shape 120"/>
        <p:cNvGrpSpPr/>
        <p:nvPr/>
      </p:nvGrpSpPr>
      <p:grpSpPr>
        <a:xfrm>
          <a:off x="0" y="0"/>
          <a:ext cx="0" cy="0"/>
          <a:chOff x="0" y="0"/>
          <a:chExt cx="0" cy="0"/>
        </a:xfrm>
      </p:grpSpPr>
      <p:sp>
        <p:nvSpPr>
          <p:cNvPr id="121" name="Google Shape;121;p16"/>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2" name="Google Shape;122;p16"/>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3" name="Google Shape;123;p16"/>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4" name="Google Shape;124;p16"/>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25" name="Google Shape;125;p16"/>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6" name="Google Shape;126;p1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6"/>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8" name="Google Shape;128;p16"/>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9" name="Google Shape;129;p16"/>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0" name="Google Shape;130;p1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1" name="Google Shape;131;p16"/>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32" name="Google Shape;132;p16"/>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33" name="Google Shape;133;p16"/>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34" name="Shape 134"/>
        <p:cNvGrpSpPr/>
        <p:nvPr/>
      </p:nvGrpSpPr>
      <p:grpSpPr>
        <a:xfrm>
          <a:off x="0" y="0"/>
          <a:ext cx="0" cy="0"/>
          <a:chOff x="0" y="0"/>
          <a:chExt cx="0" cy="0"/>
        </a:xfrm>
      </p:grpSpPr>
      <p:sp>
        <p:nvSpPr>
          <p:cNvPr id="135" name="Google Shape;135;p17"/>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6" name="Google Shape;136;p17"/>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7" name="Google Shape;137;p17"/>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8" name="Google Shape;138;p17"/>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39" name="Google Shape;139;p17"/>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0" name="Google Shape;140;p1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7"/>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2" name="Google Shape;142;p17"/>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3" name="Google Shape;143;p17"/>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4" name="Google Shape;144;p17"/>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45" name="Shape 145"/>
        <p:cNvGrpSpPr/>
        <p:nvPr/>
      </p:nvGrpSpPr>
      <p:grpSpPr>
        <a:xfrm>
          <a:off x="0" y="0"/>
          <a:ext cx="0" cy="0"/>
          <a:chOff x="0" y="0"/>
          <a:chExt cx="0" cy="0"/>
        </a:xfrm>
      </p:grpSpPr>
      <p:sp>
        <p:nvSpPr>
          <p:cNvPr id="146" name="Google Shape;146;p1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18"/>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48" name="Google Shape;148;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1" name="Google Shape;151;p18"/>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2" name="Google Shape;152;p18"/>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53" name="Shape 153"/>
        <p:cNvGrpSpPr/>
        <p:nvPr/>
      </p:nvGrpSpPr>
      <p:grpSpPr>
        <a:xfrm>
          <a:off x="0" y="0"/>
          <a:ext cx="0" cy="0"/>
          <a:chOff x="0" y="0"/>
          <a:chExt cx="0" cy="0"/>
        </a:xfrm>
      </p:grpSpPr>
      <p:sp>
        <p:nvSpPr>
          <p:cNvPr id="154" name="Google Shape;154;p19"/>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5" name="Google Shape;155;p19"/>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6" name="Google Shape;156;p19"/>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7" name="Google Shape;157;p19"/>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158" name="Google Shape;158;p19"/>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19"/>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9"/>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1" name="Google Shape;161;p19"/>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2" name="Google Shape;162;p19"/>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3" name="Google Shape;163;p1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164" name="Shape 164"/>
        <p:cNvGrpSpPr/>
        <p:nvPr/>
      </p:nvGrpSpPr>
      <p:grpSpPr>
        <a:xfrm>
          <a:off x="0" y="0"/>
          <a:ext cx="0" cy="0"/>
          <a:chOff x="0" y="0"/>
          <a:chExt cx="0" cy="0"/>
        </a:xfrm>
      </p:grpSpPr>
      <p:sp>
        <p:nvSpPr>
          <p:cNvPr id="165" name="Google Shape;165;p20"/>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66" name="Google Shape;166;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0"/>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68" name="Google Shape;168;p20"/>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9" name="Google Shape;169;p20"/>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20"/>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1" name="Google Shape;171;p20"/>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2" name="Google Shape;172;p20"/>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3" name="Google Shape;173;p20"/>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4" name="Google Shape;174;p20"/>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5" name="Google Shape;175;p20"/>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176" name="Shape 176"/>
        <p:cNvGrpSpPr/>
        <p:nvPr/>
      </p:nvGrpSpPr>
      <p:grpSpPr>
        <a:xfrm>
          <a:off x="0" y="0"/>
          <a:ext cx="0" cy="0"/>
          <a:chOff x="0" y="0"/>
          <a:chExt cx="0" cy="0"/>
        </a:xfrm>
      </p:grpSpPr>
      <p:sp>
        <p:nvSpPr>
          <p:cNvPr id="177" name="Google Shape;177;p21"/>
          <p:cNvSpPr/>
          <p:nvPr>
            <p:ph idx="2" type="pic"/>
          </p:nvPr>
        </p:nvSpPr>
        <p:spPr>
          <a:xfrm>
            <a:off x="4629750" y="286075"/>
            <a:ext cx="1257900" cy="1261500"/>
          </a:xfrm>
          <a:prstGeom prst="rect">
            <a:avLst/>
          </a:prstGeom>
          <a:noFill/>
          <a:ln>
            <a:noFill/>
          </a:ln>
        </p:spPr>
      </p:sp>
      <p:sp>
        <p:nvSpPr>
          <p:cNvPr id="178" name="Google Shape;178;p21"/>
          <p:cNvSpPr/>
          <p:nvPr>
            <p:ph idx="3" type="pic"/>
          </p:nvPr>
        </p:nvSpPr>
        <p:spPr>
          <a:xfrm>
            <a:off x="6111800" y="286075"/>
            <a:ext cx="1257900" cy="1261500"/>
          </a:xfrm>
          <a:prstGeom prst="rect">
            <a:avLst/>
          </a:prstGeom>
          <a:noFill/>
          <a:ln>
            <a:noFill/>
          </a:ln>
        </p:spPr>
      </p:sp>
      <p:sp>
        <p:nvSpPr>
          <p:cNvPr id="179" name="Google Shape;179;p21"/>
          <p:cNvSpPr/>
          <p:nvPr>
            <p:ph idx="4" type="pic"/>
          </p:nvPr>
        </p:nvSpPr>
        <p:spPr>
          <a:xfrm>
            <a:off x="7593850" y="286075"/>
            <a:ext cx="1257900" cy="1261500"/>
          </a:xfrm>
          <a:prstGeom prst="rect">
            <a:avLst/>
          </a:prstGeom>
          <a:noFill/>
          <a:ln>
            <a:noFill/>
          </a:ln>
        </p:spPr>
      </p:sp>
      <p:sp>
        <p:nvSpPr>
          <p:cNvPr id="180" name="Google Shape;180;p21"/>
          <p:cNvSpPr/>
          <p:nvPr>
            <p:ph idx="5" type="pic"/>
          </p:nvPr>
        </p:nvSpPr>
        <p:spPr>
          <a:xfrm>
            <a:off x="4629750" y="2634475"/>
            <a:ext cx="1257900" cy="1261500"/>
          </a:xfrm>
          <a:prstGeom prst="rect">
            <a:avLst/>
          </a:prstGeom>
          <a:noFill/>
          <a:ln>
            <a:noFill/>
          </a:ln>
        </p:spPr>
      </p:sp>
      <p:sp>
        <p:nvSpPr>
          <p:cNvPr id="181" name="Google Shape;181;p21"/>
          <p:cNvSpPr/>
          <p:nvPr>
            <p:ph idx="6" type="pic"/>
          </p:nvPr>
        </p:nvSpPr>
        <p:spPr>
          <a:xfrm>
            <a:off x="6111800" y="2634475"/>
            <a:ext cx="1257900" cy="1261500"/>
          </a:xfrm>
          <a:prstGeom prst="rect">
            <a:avLst/>
          </a:prstGeom>
          <a:noFill/>
          <a:ln>
            <a:noFill/>
          </a:ln>
        </p:spPr>
      </p:sp>
      <p:sp>
        <p:nvSpPr>
          <p:cNvPr id="182" name="Google Shape;182;p21"/>
          <p:cNvSpPr/>
          <p:nvPr>
            <p:ph idx="7" type="pic"/>
          </p:nvPr>
        </p:nvSpPr>
        <p:spPr>
          <a:xfrm>
            <a:off x="7593850" y="2634475"/>
            <a:ext cx="1257900" cy="1261500"/>
          </a:xfrm>
          <a:prstGeom prst="rect">
            <a:avLst/>
          </a:prstGeom>
          <a:noFill/>
          <a:ln>
            <a:noFill/>
          </a:ln>
        </p:spPr>
      </p:sp>
      <p:sp>
        <p:nvSpPr>
          <p:cNvPr id="183" name="Google Shape;183;p21"/>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1"/>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6" name="Google Shape;186;p21"/>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7" name="Google Shape;187;p21"/>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188" name="Google Shape;188;p21"/>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89" name="Google Shape;189;p21"/>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0" name="Google Shape;190;p21"/>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1" name="Google Shape;191;p21"/>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2" name="Google Shape;192;p21"/>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3" name="Google Shape;193;p21"/>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194" name="Shape 194"/>
        <p:cNvGrpSpPr/>
        <p:nvPr/>
      </p:nvGrpSpPr>
      <p:grpSpPr>
        <a:xfrm>
          <a:off x="0" y="0"/>
          <a:ext cx="0" cy="0"/>
          <a:chOff x="0" y="0"/>
          <a:chExt cx="0" cy="0"/>
        </a:xfrm>
      </p:grpSpPr>
      <p:sp>
        <p:nvSpPr>
          <p:cNvPr id="195" name="Google Shape;195;p22"/>
          <p:cNvSpPr/>
          <p:nvPr>
            <p:ph idx="2" type="pic"/>
          </p:nvPr>
        </p:nvSpPr>
        <p:spPr>
          <a:xfrm>
            <a:off x="2456700" y="373175"/>
            <a:ext cx="1515000" cy="1616700"/>
          </a:xfrm>
          <a:prstGeom prst="rect">
            <a:avLst/>
          </a:prstGeom>
          <a:noFill/>
          <a:ln>
            <a:noFill/>
          </a:ln>
        </p:spPr>
      </p:sp>
      <p:sp>
        <p:nvSpPr>
          <p:cNvPr id="196" name="Google Shape;196;p22"/>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7" name="Google Shape;197;p22"/>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198" name="Google Shape;198;p22"/>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199" name="Google Shape;199;p22"/>
          <p:cNvSpPr/>
          <p:nvPr>
            <p:ph idx="4" type="pic"/>
          </p:nvPr>
        </p:nvSpPr>
        <p:spPr>
          <a:xfrm>
            <a:off x="4084738" y="373175"/>
            <a:ext cx="1515000" cy="1616700"/>
          </a:xfrm>
          <a:prstGeom prst="rect">
            <a:avLst/>
          </a:prstGeom>
          <a:noFill/>
          <a:ln>
            <a:noFill/>
          </a:ln>
        </p:spPr>
      </p:sp>
      <p:sp>
        <p:nvSpPr>
          <p:cNvPr id="200" name="Google Shape;200;p22"/>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1" name="Google Shape;201;p22"/>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2" name="Google Shape;202;p22"/>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3" name="Google Shape;203;p22"/>
          <p:cNvSpPr/>
          <p:nvPr>
            <p:ph idx="8" type="pic"/>
          </p:nvPr>
        </p:nvSpPr>
        <p:spPr>
          <a:xfrm>
            <a:off x="5713225" y="373175"/>
            <a:ext cx="1515000" cy="1616700"/>
          </a:xfrm>
          <a:prstGeom prst="rect">
            <a:avLst/>
          </a:prstGeom>
          <a:noFill/>
          <a:ln>
            <a:noFill/>
          </a:ln>
        </p:spPr>
      </p:sp>
      <p:sp>
        <p:nvSpPr>
          <p:cNvPr id="204" name="Google Shape;204;p22"/>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5" name="Google Shape;205;p22"/>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6" name="Google Shape;206;p22"/>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7" name="Google Shape;207;p22"/>
          <p:cNvSpPr/>
          <p:nvPr>
            <p:ph idx="15" type="pic"/>
          </p:nvPr>
        </p:nvSpPr>
        <p:spPr>
          <a:xfrm>
            <a:off x="7341950" y="373175"/>
            <a:ext cx="1515000" cy="1616700"/>
          </a:xfrm>
          <a:prstGeom prst="rect">
            <a:avLst/>
          </a:prstGeom>
          <a:noFill/>
          <a:ln>
            <a:noFill/>
          </a:ln>
        </p:spPr>
      </p:sp>
      <p:sp>
        <p:nvSpPr>
          <p:cNvPr id="208" name="Google Shape;208;p22"/>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9" name="Google Shape;209;p22"/>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10" name="Google Shape;210;p22"/>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11" name="Google Shape;211;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22"/>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22"/>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2"/>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15" name="Shape 215"/>
        <p:cNvGrpSpPr/>
        <p:nvPr/>
      </p:nvGrpSpPr>
      <p:grpSpPr>
        <a:xfrm>
          <a:off x="0" y="0"/>
          <a:ext cx="0" cy="0"/>
          <a:chOff x="0" y="0"/>
          <a:chExt cx="0" cy="0"/>
        </a:xfrm>
      </p:grpSpPr>
      <p:sp>
        <p:nvSpPr>
          <p:cNvPr id="216" name="Google Shape;216;p23"/>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7" name="Google Shape;217;p23"/>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18" name="Google Shape;218;p23"/>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9" name="Google Shape;219;p23"/>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0" name="Google Shape;220;p23"/>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1" name="Google Shape;221;p23"/>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2" name="Google Shape;222;p23"/>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3" name="Google Shape;223;p23"/>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4" name="Google Shape;224;p23"/>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5" name="Google Shape;225;p23"/>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6" name="Google Shape;226;p23"/>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7" name="Google Shape;227;p23"/>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8" name="Google Shape;228;p2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23"/>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30" name="Google Shape;230;p23"/>
          <p:cNvSpPr/>
          <p:nvPr>
            <p:ph idx="16" type="pic"/>
          </p:nvPr>
        </p:nvSpPr>
        <p:spPr>
          <a:xfrm>
            <a:off x="290325" y="1862825"/>
            <a:ext cx="663000" cy="1271100"/>
          </a:xfrm>
          <a:prstGeom prst="rect">
            <a:avLst/>
          </a:prstGeom>
          <a:noFill/>
          <a:ln>
            <a:noFill/>
          </a:ln>
        </p:spPr>
      </p:sp>
      <p:sp>
        <p:nvSpPr>
          <p:cNvPr id="231" name="Google Shape;231;p23"/>
          <p:cNvSpPr/>
          <p:nvPr>
            <p:ph idx="17" type="pic"/>
          </p:nvPr>
        </p:nvSpPr>
        <p:spPr>
          <a:xfrm>
            <a:off x="290325" y="3407525"/>
            <a:ext cx="663000" cy="1271100"/>
          </a:xfrm>
          <a:prstGeom prst="rect">
            <a:avLst/>
          </a:prstGeom>
          <a:noFill/>
          <a:ln>
            <a:noFill/>
          </a:ln>
        </p:spPr>
      </p:sp>
      <p:sp>
        <p:nvSpPr>
          <p:cNvPr id="232" name="Google Shape;232;p23"/>
          <p:cNvSpPr/>
          <p:nvPr>
            <p:ph idx="18" type="pic"/>
          </p:nvPr>
        </p:nvSpPr>
        <p:spPr>
          <a:xfrm>
            <a:off x="3191325" y="1862825"/>
            <a:ext cx="663000" cy="1271100"/>
          </a:xfrm>
          <a:prstGeom prst="rect">
            <a:avLst/>
          </a:prstGeom>
          <a:noFill/>
          <a:ln>
            <a:noFill/>
          </a:ln>
        </p:spPr>
      </p:sp>
      <p:sp>
        <p:nvSpPr>
          <p:cNvPr id="233" name="Google Shape;233;p23"/>
          <p:cNvSpPr/>
          <p:nvPr>
            <p:ph idx="19" type="pic"/>
          </p:nvPr>
        </p:nvSpPr>
        <p:spPr>
          <a:xfrm>
            <a:off x="3191325" y="3407525"/>
            <a:ext cx="663000" cy="1271100"/>
          </a:xfrm>
          <a:prstGeom prst="rect">
            <a:avLst/>
          </a:prstGeom>
          <a:noFill/>
          <a:ln>
            <a:noFill/>
          </a:ln>
        </p:spPr>
      </p:sp>
      <p:sp>
        <p:nvSpPr>
          <p:cNvPr id="234" name="Google Shape;234;p23"/>
          <p:cNvSpPr/>
          <p:nvPr>
            <p:ph idx="20" type="pic"/>
          </p:nvPr>
        </p:nvSpPr>
        <p:spPr>
          <a:xfrm>
            <a:off x="6092325" y="1862825"/>
            <a:ext cx="663000" cy="1271100"/>
          </a:xfrm>
          <a:prstGeom prst="rect">
            <a:avLst/>
          </a:prstGeom>
          <a:noFill/>
          <a:ln>
            <a:noFill/>
          </a:ln>
        </p:spPr>
      </p:sp>
      <p:sp>
        <p:nvSpPr>
          <p:cNvPr id="235" name="Google Shape;235;p23"/>
          <p:cNvSpPr/>
          <p:nvPr>
            <p:ph idx="21" type="pic"/>
          </p:nvPr>
        </p:nvSpPr>
        <p:spPr>
          <a:xfrm>
            <a:off x="6092325" y="3407525"/>
            <a:ext cx="663000" cy="1271100"/>
          </a:xfrm>
          <a:prstGeom prst="rect">
            <a:avLst/>
          </a:prstGeom>
          <a:noFill/>
          <a:ln>
            <a:noFill/>
          </a:ln>
        </p:spPr>
      </p:sp>
      <p:sp>
        <p:nvSpPr>
          <p:cNvPr id="236" name="Google Shape;236;p23"/>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23"/>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38" name="Shape 238"/>
        <p:cNvGrpSpPr/>
        <p:nvPr/>
      </p:nvGrpSpPr>
      <p:grpSpPr>
        <a:xfrm>
          <a:off x="0" y="0"/>
          <a:ext cx="0" cy="0"/>
          <a:chOff x="0" y="0"/>
          <a:chExt cx="0" cy="0"/>
        </a:xfrm>
      </p:grpSpPr>
      <p:sp>
        <p:nvSpPr>
          <p:cNvPr id="239" name="Google Shape;239;p24"/>
          <p:cNvSpPr/>
          <p:nvPr>
            <p:ph idx="2" type="pic"/>
          </p:nvPr>
        </p:nvSpPr>
        <p:spPr>
          <a:xfrm>
            <a:off x="3186000" y="3242875"/>
            <a:ext cx="2798100" cy="1440600"/>
          </a:xfrm>
          <a:prstGeom prst="rect">
            <a:avLst/>
          </a:prstGeom>
          <a:noFill/>
          <a:ln>
            <a:noFill/>
          </a:ln>
        </p:spPr>
      </p:sp>
      <p:sp>
        <p:nvSpPr>
          <p:cNvPr id="240" name="Google Shape;240;p24"/>
          <p:cNvSpPr/>
          <p:nvPr>
            <p:ph idx="3" type="pic"/>
          </p:nvPr>
        </p:nvSpPr>
        <p:spPr>
          <a:xfrm>
            <a:off x="5984100" y="3242875"/>
            <a:ext cx="1440600" cy="1440600"/>
          </a:xfrm>
          <a:prstGeom prst="rect">
            <a:avLst/>
          </a:prstGeom>
          <a:noFill/>
          <a:ln>
            <a:noFill/>
          </a:ln>
        </p:spPr>
      </p:sp>
      <p:sp>
        <p:nvSpPr>
          <p:cNvPr id="241" name="Google Shape;241;p24"/>
          <p:cNvSpPr/>
          <p:nvPr>
            <p:ph idx="4" type="pic"/>
          </p:nvPr>
        </p:nvSpPr>
        <p:spPr>
          <a:xfrm>
            <a:off x="7412150" y="1440350"/>
            <a:ext cx="1441500" cy="3243000"/>
          </a:xfrm>
          <a:prstGeom prst="rect">
            <a:avLst/>
          </a:prstGeom>
          <a:noFill/>
          <a:ln>
            <a:noFill/>
          </a:ln>
        </p:spPr>
      </p:sp>
      <p:sp>
        <p:nvSpPr>
          <p:cNvPr id="242" name="Google Shape;242;p24"/>
          <p:cNvSpPr/>
          <p:nvPr>
            <p:ph idx="5" type="pic"/>
          </p:nvPr>
        </p:nvSpPr>
        <p:spPr>
          <a:xfrm>
            <a:off x="7412150" y="0"/>
            <a:ext cx="1441500" cy="1440600"/>
          </a:xfrm>
          <a:prstGeom prst="rect">
            <a:avLst/>
          </a:prstGeom>
          <a:noFill/>
          <a:ln>
            <a:noFill/>
          </a:ln>
        </p:spPr>
      </p:sp>
      <p:sp>
        <p:nvSpPr>
          <p:cNvPr id="243" name="Google Shape;243;p24"/>
          <p:cNvSpPr/>
          <p:nvPr>
            <p:ph idx="6" type="pic"/>
          </p:nvPr>
        </p:nvSpPr>
        <p:spPr>
          <a:xfrm>
            <a:off x="3184850" y="0"/>
            <a:ext cx="4227300" cy="3243000"/>
          </a:xfrm>
          <a:prstGeom prst="rect">
            <a:avLst/>
          </a:prstGeom>
          <a:noFill/>
          <a:ln>
            <a:noFill/>
          </a:ln>
        </p:spPr>
      </p:sp>
      <p:sp>
        <p:nvSpPr>
          <p:cNvPr id="244" name="Google Shape;244;p2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5" name="Google Shape;245;p24"/>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24"/>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7" name="Google Shape;247;p24"/>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8" name="Google Shape;248;p24"/>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49" name="Google Shape;249;p24"/>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50" name="Shape 250"/>
        <p:cNvGrpSpPr/>
        <p:nvPr/>
      </p:nvGrpSpPr>
      <p:grpSpPr>
        <a:xfrm>
          <a:off x="0" y="0"/>
          <a:ext cx="0" cy="0"/>
          <a:chOff x="0" y="0"/>
          <a:chExt cx="0" cy="0"/>
        </a:xfrm>
      </p:grpSpPr>
      <p:sp>
        <p:nvSpPr>
          <p:cNvPr id="251" name="Google Shape;251;p25"/>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52" name="Google Shape;252;p25"/>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53" name="Google Shape;253;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2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25"/>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7" name="Shape 257"/>
        <p:cNvGrpSpPr/>
        <p:nvPr/>
      </p:nvGrpSpPr>
      <p:grpSpPr>
        <a:xfrm>
          <a:off x="0" y="0"/>
          <a:ext cx="0" cy="0"/>
          <a:chOff x="0" y="0"/>
          <a:chExt cx="0" cy="0"/>
        </a:xfrm>
      </p:grpSpPr>
      <p:sp>
        <p:nvSpPr>
          <p:cNvPr id="258" name="Google Shape;258;p26"/>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59" name="Google Shape;259;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29"/>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31"/>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3" name="Google Shape;273;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32"/>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33"/>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8" name="Google Shape;278;p3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9" name="Google Shape;279;p3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35"/>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4" name="Google Shape;284;p3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37"/>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9" name="Google Shape;289;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0" name="Google Shape;290;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1" name="Google Shape;291;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2" name="Google Shape;292;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3" name="Google Shape;293;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38"/>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39"/>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0" name="Google Shape;300;p39"/>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1" name="Google Shape;301;p3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2" name="Google Shape;302;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40"/>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4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40"/>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8" name="Google Shape;308;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41"/>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4" name="Google Shape;314;p4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5" name="Google Shape;315;p4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6" name="Google Shape;316;p4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7" name="Google Shape;317;p41"/>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8" name="Google Shape;318;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9" name="Google Shape;319;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0" name="Google Shape;320;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1" name="Google Shape;321;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43"/>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7" name="Google Shape;327;p43"/>
          <p:cNvSpPr/>
          <p:nvPr>
            <p:ph idx="2" type="pic"/>
          </p:nvPr>
        </p:nvSpPr>
        <p:spPr>
          <a:xfrm>
            <a:off x="4804825" y="1133300"/>
            <a:ext cx="4027500" cy="2392800"/>
          </a:xfrm>
          <a:prstGeom prst="rect">
            <a:avLst/>
          </a:prstGeom>
          <a:noFill/>
          <a:ln>
            <a:noFill/>
          </a:ln>
        </p:spPr>
      </p:sp>
      <p:sp>
        <p:nvSpPr>
          <p:cNvPr id="328" name="Google Shape;328;p43"/>
          <p:cNvSpPr/>
          <p:nvPr>
            <p:ph idx="3" type="pic"/>
          </p:nvPr>
        </p:nvSpPr>
        <p:spPr>
          <a:xfrm>
            <a:off x="311725" y="1133300"/>
            <a:ext cx="4027500" cy="2392800"/>
          </a:xfrm>
          <a:prstGeom prst="rect">
            <a:avLst/>
          </a:prstGeom>
          <a:noFill/>
          <a:ln>
            <a:noFill/>
          </a:ln>
        </p:spPr>
      </p:sp>
      <p:sp>
        <p:nvSpPr>
          <p:cNvPr id="329" name="Google Shape;329;p4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0" name="Google Shape;330;p43"/>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2" name="Google Shape;332;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44"/>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44"/>
          <p:cNvSpPr/>
          <p:nvPr>
            <p:ph idx="2" type="pic"/>
          </p:nvPr>
        </p:nvSpPr>
        <p:spPr>
          <a:xfrm>
            <a:off x="6205225" y="1128325"/>
            <a:ext cx="2627100" cy="2273100"/>
          </a:xfrm>
          <a:prstGeom prst="rect">
            <a:avLst/>
          </a:prstGeom>
          <a:noFill/>
          <a:ln>
            <a:noFill/>
          </a:ln>
        </p:spPr>
      </p:sp>
      <p:sp>
        <p:nvSpPr>
          <p:cNvPr id="336" name="Google Shape;336;p44"/>
          <p:cNvSpPr/>
          <p:nvPr>
            <p:ph idx="3" type="pic"/>
          </p:nvPr>
        </p:nvSpPr>
        <p:spPr>
          <a:xfrm>
            <a:off x="311725" y="1128325"/>
            <a:ext cx="2627100" cy="2273100"/>
          </a:xfrm>
          <a:prstGeom prst="rect">
            <a:avLst/>
          </a:prstGeom>
          <a:noFill/>
          <a:ln>
            <a:noFill/>
          </a:ln>
        </p:spPr>
      </p:sp>
      <p:sp>
        <p:nvSpPr>
          <p:cNvPr id="337" name="Google Shape;337;p4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4"/>
          <p:cNvSpPr/>
          <p:nvPr>
            <p:ph idx="5" type="pic"/>
          </p:nvPr>
        </p:nvSpPr>
        <p:spPr>
          <a:xfrm>
            <a:off x="3255250" y="1128325"/>
            <a:ext cx="2627100" cy="2273100"/>
          </a:xfrm>
          <a:prstGeom prst="rect">
            <a:avLst/>
          </a:prstGeom>
          <a:noFill/>
          <a:ln>
            <a:noFill/>
          </a:ln>
        </p:spPr>
      </p:sp>
      <p:sp>
        <p:nvSpPr>
          <p:cNvPr id="339" name="Google Shape;339;p4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0" name="Google Shape;340;p4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2" name="Google Shape;342;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3" name="Google Shape;343;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46"/>
          <p:cNvSpPr/>
          <p:nvPr>
            <p:ph idx="2" type="pic"/>
          </p:nvPr>
        </p:nvSpPr>
        <p:spPr>
          <a:xfrm>
            <a:off x="3389600" y="118913"/>
            <a:ext cx="1643700" cy="1535100"/>
          </a:xfrm>
          <a:prstGeom prst="rect">
            <a:avLst/>
          </a:prstGeom>
          <a:noFill/>
          <a:ln>
            <a:noFill/>
          </a:ln>
        </p:spPr>
      </p:sp>
      <p:sp>
        <p:nvSpPr>
          <p:cNvPr id="348" name="Google Shape;348;p46"/>
          <p:cNvSpPr/>
          <p:nvPr>
            <p:ph idx="3" type="pic"/>
          </p:nvPr>
        </p:nvSpPr>
        <p:spPr>
          <a:xfrm>
            <a:off x="5195935" y="118913"/>
            <a:ext cx="1643700" cy="1535100"/>
          </a:xfrm>
          <a:prstGeom prst="rect">
            <a:avLst/>
          </a:prstGeom>
          <a:noFill/>
          <a:ln>
            <a:noFill/>
          </a:ln>
        </p:spPr>
      </p:sp>
      <p:sp>
        <p:nvSpPr>
          <p:cNvPr id="349" name="Google Shape;349;p46"/>
          <p:cNvSpPr/>
          <p:nvPr>
            <p:ph idx="4" type="pic"/>
          </p:nvPr>
        </p:nvSpPr>
        <p:spPr>
          <a:xfrm>
            <a:off x="7002270" y="118913"/>
            <a:ext cx="1643700" cy="1535100"/>
          </a:xfrm>
          <a:prstGeom prst="rect">
            <a:avLst/>
          </a:prstGeom>
          <a:noFill/>
          <a:ln>
            <a:noFill/>
          </a:ln>
        </p:spPr>
      </p:sp>
      <p:sp>
        <p:nvSpPr>
          <p:cNvPr id="350" name="Google Shape;350;p46"/>
          <p:cNvSpPr/>
          <p:nvPr>
            <p:ph idx="5" type="pic"/>
          </p:nvPr>
        </p:nvSpPr>
        <p:spPr>
          <a:xfrm>
            <a:off x="3389588" y="1804212"/>
            <a:ext cx="1643700" cy="1535100"/>
          </a:xfrm>
          <a:prstGeom prst="rect">
            <a:avLst/>
          </a:prstGeom>
          <a:noFill/>
          <a:ln>
            <a:noFill/>
          </a:ln>
        </p:spPr>
      </p:sp>
      <p:sp>
        <p:nvSpPr>
          <p:cNvPr id="351" name="Google Shape;351;p46"/>
          <p:cNvSpPr/>
          <p:nvPr>
            <p:ph idx="6" type="pic"/>
          </p:nvPr>
        </p:nvSpPr>
        <p:spPr>
          <a:xfrm>
            <a:off x="5195922" y="1804212"/>
            <a:ext cx="1643700" cy="1535100"/>
          </a:xfrm>
          <a:prstGeom prst="rect">
            <a:avLst/>
          </a:prstGeom>
          <a:noFill/>
          <a:ln>
            <a:noFill/>
          </a:ln>
        </p:spPr>
      </p:sp>
      <p:sp>
        <p:nvSpPr>
          <p:cNvPr id="352" name="Google Shape;352;p46"/>
          <p:cNvSpPr/>
          <p:nvPr>
            <p:ph idx="7" type="pic"/>
          </p:nvPr>
        </p:nvSpPr>
        <p:spPr>
          <a:xfrm>
            <a:off x="7002257" y="1804212"/>
            <a:ext cx="1643700" cy="1535100"/>
          </a:xfrm>
          <a:prstGeom prst="rect">
            <a:avLst/>
          </a:prstGeom>
          <a:noFill/>
          <a:ln>
            <a:noFill/>
          </a:ln>
        </p:spPr>
      </p:sp>
      <p:sp>
        <p:nvSpPr>
          <p:cNvPr id="353" name="Google Shape;353;p46"/>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4" name="Google Shape;354;p46"/>
          <p:cNvSpPr/>
          <p:nvPr>
            <p:ph idx="8" type="pic"/>
          </p:nvPr>
        </p:nvSpPr>
        <p:spPr>
          <a:xfrm>
            <a:off x="3389588" y="3489487"/>
            <a:ext cx="1643700" cy="1535100"/>
          </a:xfrm>
          <a:prstGeom prst="rect">
            <a:avLst/>
          </a:prstGeom>
          <a:noFill/>
          <a:ln>
            <a:noFill/>
          </a:ln>
        </p:spPr>
      </p:sp>
      <p:sp>
        <p:nvSpPr>
          <p:cNvPr id="355" name="Google Shape;355;p46"/>
          <p:cNvSpPr/>
          <p:nvPr>
            <p:ph idx="9" type="pic"/>
          </p:nvPr>
        </p:nvSpPr>
        <p:spPr>
          <a:xfrm>
            <a:off x="5195922" y="3489487"/>
            <a:ext cx="1643700" cy="1535100"/>
          </a:xfrm>
          <a:prstGeom prst="rect">
            <a:avLst/>
          </a:prstGeom>
          <a:noFill/>
          <a:ln>
            <a:noFill/>
          </a:ln>
        </p:spPr>
      </p:sp>
      <p:sp>
        <p:nvSpPr>
          <p:cNvPr id="356" name="Google Shape;35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
    <p:spTree>
      <p:nvGrpSpPr>
        <p:cNvPr id="361" name="Shape 361"/>
        <p:cNvGrpSpPr/>
        <p:nvPr/>
      </p:nvGrpSpPr>
      <p:grpSpPr>
        <a:xfrm>
          <a:off x="0" y="0"/>
          <a:ext cx="0" cy="0"/>
          <a:chOff x="0" y="0"/>
          <a:chExt cx="0" cy="0"/>
        </a:xfrm>
      </p:grpSpPr>
      <p:sp>
        <p:nvSpPr>
          <p:cNvPr id="362" name="Google Shape;362;p48"/>
          <p:cNvSpPr/>
          <p:nvPr/>
        </p:nvSpPr>
        <p:spPr>
          <a:xfrm>
            <a:off x="274950" y="284775"/>
            <a:ext cx="8598900" cy="24789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363" name="Google Shape;363;p48"/>
          <p:cNvSpPr/>
          <p:nvPr/>
        </p:nvSpPr>
        <p:spPr>
          <a:xfrm>
            <a:off x="274950" y="2975835"/>
            <a:ext cx="4201200" cy="13137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latin typeface="DM Sans Light"/>
              <a:ea typeface="DM Sans Light"/>
              <a:cs typeface="DM Sans Light"/>
              <a:sym typeface="DM Sans Light"/>
            </a:endParaRPr>
          </a:p>
        </p:txBody>
      </p:sp>
      <p:sp>
        <p:nvSpPr>
          <p:cNvPr id="364" name="Google Shape;364;p48"/>
          <p:cNvSpPr/>
          <p:nvPr/>
        </p:nvSpPr>
        <p:spPr>
          <a:xfrm>
            <a:off x="274950" y="4501727"/>
            <a:ext cx="8598900" cy="357000"/>
          </a:xfrm>
          <a:prstGeom prst="roundRect">
            <a:avLst>
              <a:gd fmla="val 34148"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
              <a:latin typeface="Della Respira"/>
              <a:ea typeface="Della Respira"/>
              <a:cs typeface="Della Respira"/>
              <a:sym typeface="Della Respira"/>
            </a:endParaRPr>
          </a:p>
        </p:txBody>
      </p:sp>
      <p:sp>
        <p:nvSpPr>
          <p:cNvPr id="365" name="Google Shape;365;p48"/>
          <p:cNvSpPr txBox="1"/>
          <p:nvPr>
            <p:ph type="title"/>
          </p:nvPr>
        </p:nvSpPr>
        <p:spPr>
          <a:xfrm>
            <a:off x="274725" y="312763"/>
            <a:ext cx="8598900" cy="2478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366" name="Google Shape;366;p48"/>
          <p:cNvSpPr txBox="1"/>
          <p:nvPr>
            <p:ph idx="1" type="subTitle"/>
          </p:nvPr>
        </p:nvSpPr>
        <p:spPr>
          <a:xfrm>
            <a:off x="274725" y="2971100"/>
            <a:ext cx="4213200" cy="1313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7" name="Google Shape;367;p48"/>
          <p:cNvSpPr txBox="1"/>
          <p:nvPr>
            <p:ph idx="2" type="subTitle"/>
          </p:nvPr>
        </p:nvSpPr>
        <p:spPr>
          <a:xfrm>
            <a:off x="279625" y="4509075"/>
            <a:ext cx="8598900" cy="357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6">
    <p:spTree>
      <p:nvGrpSpPr>
        <p:cNvPr id="368" name="Shape 368"/>
        <p:cNvGrpSpPr/>
        <p:nvPr/>
      </p:nvGrpSpPr>
      <p:grpSpPr>
        <a:xfrm>
          <a:off x="0" y="0"/>
          <a:ext cx="0" cy="0"/>
          <a:chOff x="0" y="0"/>
          <a:chExt cx="0" cy="0"/>
        </a:xfrm>
      </p:grpSpPr>
      <p:sp>
        <p:nvSpPr>
          <p:cNvPr id="369" name="Google Shape;369;p49"/>
          <p:cNvSpPr/>
          <p:nvPr/>
        </p:nvSpPr>
        <p:spPr>
          <a:xfrm>
            <a:off x="274950" y="1318300"/>
            <a:ext cx="8598900" cy="24789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370" name="Google Shape;370;p49"/>
          <p:cNvSpPr txBox="1"/>
          <p:nvPr>
            <p:ph type="title"/>
          </p:nvPr>
        </p:nvSpPr>
        <p:spPr>
          <a:xfrm>
            <a:off x="274725" y="1346288"/>
            <a:ext cx="8598900" cy="2478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CUSTOM_1">
    <p:spTree>
      <p:nvGrpSpPr>
        <p:cNvPr id="371" name="Shape 371"/>
        <p:cNvGrpSpPr/>
        <p:nvPr/>
      </p:nvGrpSpPr>
      <p:grpSpPr>
        <a:xfrm>
          <a:off x="0" y="0"/>
          <a:ext cx="0" cy="0"/>
          <a:chOff x="0" y="0"/>
          <a:chExt cx="0" cy="0"/>
        </a:xfrm>
      </p:grpSpPr>
      <p:sp>
        <p:nvSpPr>
          <p:cNvPr id="372" name="Google Shape;372;p50"/>
          <p:cNvSpPr/>
          <p:nvPr>
            <p:ph idx="2" type="pic"/>
          </p:nvPr>
        </p:nvSpPr>
        <p:spPr>
          <a:xfrm>
            <a:off x="4676850" y="1342250"/>
            <a:ext cx="4201200" cy="3510600"/>
          </a:xfrm>
          <a:prstGeom prst="roundRect">
            <a:avLst>
              <a:gd fmla="val 5775" name="adj"/>
            </a:avLst>
          </a:prstGeom>
          <a:noFill/>
          <a:ln cap="flat" cmpd="sng" w="9525">
            <a:solidFill>
              <a:schemeClr val="dk1"/>
            </a:solidFill>
            <a:prstDash val="solid"/>
            <a:round/>
            <a:headEnd len="sm" w="sm" type="none"/>
            <a:tailEnd len="sm" w="sm" type="none"/>
          </a:ln>
        </p:spPr>
      </p:sp>
      <p:sp>
        <p:nvSpPr>
          <p:cNvPr id="373" name="Google Shape;373;p50"/>
          <p:cNvSpPr/>
          <p:nvPr/>
        </p:nvSpPr>
        <p:spPr>
          <a:xfrm>
            <a:off x="274950" y="284775"/>
            <a:ext cx="8598900" cy="85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374" name="Google Shape;374;p50"/>
          <p:cNvSpPr/>
          <p:nvPr/>
        </p:nvSpPr>
        <p:spPr>
          <a:xfrm>
            <a:off x="274950" y="1348125"/>
            <a:ext cx="4201200" cy="3510600"/>
          </a:xfrm>
          <a:prstGeom prst="roundRect">
            <a:avLst>
              <a:gd fmla="val 5734"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375" name="Google Shape;375;p50"/>
          <p:cNvSpPr txBox="1"/>
          <p:nvPr>
            <p:ph idx="1" type="body"/>
          </p:nvPr>
        </p:nvSpPr>
        <p:spPr>
          <a:xfrm>
            <a:off x="496350" y="1593900"/>
            <a:ext cx="3754200" cy="2985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376" name="Google Shape;376;p50"/>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s and Assigned Sections">
  <p:cSld name="CUSTOM_2">
    <p:bg>
      <p:bgPr>
        <a:solidFill>
          <a:schemeClr val="lt2"/>
        </a:solidFill>
      </p:bgPr>
    </p:bg>
    <p:spTree>
      <p:nvGrpSpPr>
        <p:cNvPr id="377" name="Shape 377"/>
        <p:cNvGrpSpPr/>
        <p:nvPr/>
      </p:nvGrpSpPr>
      <p:grpSpPr>
        <a:xfrm>
          <a:off x="0" y="0"/>
          <a:ext cx="0" cy="0"/>
          <a:chOff x="0" y="0"/>
          <a:chExt cx="0" cy="0"/>
        </a:xfrm>
      </p:grpSpPr>
      <p:sp>
        <p:nvSpPr>
          <p:cNvPr id="378" name="Google Shape;378;p51"/>
          <p:cNvSpPr/>
          <p:nvPr>
            <p:ph idx="2" type="pic"/>
          </p:nvPr>
        </p:nvSpPr>
        <p:spPr>
          <a:xfrm>
            <a:off x="383625" y="1328875"/>
            <a:ext cx="1789200" cy="2277900"/>
          </a:xfrm>
          <a:prstGeom prst="ellipse">
            <a:avLst/>
          </a:prstGeom>
          <a:noFill/>
          <a:ln cap="flat" cmpd="sng" w="9525">
            <a:solidFill>
              <a:srgbClr val="000000"/>
            </a:solidFill>
            <a:prstDash val="solid"/>
            <a:round/>
            <a:headEnd len="sm" w="sm" type="none"/>
            <a:tailEnd len="sm" w="sm" type="none"/>
          </a:ln>
        </p:spPr>
      </p:sp>
      <p:sp>
        <p:nvSpPr>
          <p:cNvPr id="379" name="Google Shape;379;p51"/>
          <p:cNvSpPr/>
          <p:nvPr/>
        </p:nvSpPr>
        <p:spPr>
          <a:xfrm>
            <a:off x="274950" y="284775"/>
            <a:ext cx="8598900" cy="85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380" name="Google Shape;380;p51"/>
          <p:cNvSpPr/>
          <p:nvPr/>
        </p:nvSpPr>
        <p:spPr>
          <a:xfrm>
            <a:off x="275100" y="3790950"/>
            <a:ext cx="1998300" cy="3489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381" name="Google Shape;381;p51"/>
          <p:cNvSpPr/>
          <p:nvPr/>
        </p:nvSpPr>
        <p:spPr>
          <a:xfrm>
            <a:off x="275100" y="4251701"/>
            <a:ext cx="1998300" cy="606900"/>
          </a:xfrm>
          <a:prstGeom prst="roundRect">
            <a:avLst>
              <a:gd fmla="val 17449" name="adj"/>
            </a:avLst>
          </a:prstGeom>
          <a:solidFill>
            <a:schemeClr val="lt1"/>
          </a:solidFill>
          <a:ln cap="flat" cmpd="sng" w="952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t/>
            </a:r>
            <a:endParaRPr sz="100">
              <a:latin typeface="DM Sans"/>
              <a:ea typeface="DM Sans"/>
              <a:cs typeface="DM Sans"/>
              <a:sym typeface="DM Sans"/>
            </a:endParaRPr>
          </a:p>
        </p:txBody>
      </p:sp>
      <p:sp>
        <p:nvSpPr>
          <p:cNvPr id="382" name="Google Shape;382;p51"/>
          <p:cNvSpPr/>
          <p:nvPr/>
        </p:nvSpPr>
        <p:spPr>
          <a:xfrm>
            <a:off x="2477850" y="4251701"/>
            <a:ext cx="1998300" cy="606900"/>
          </a:xfrm>
          <a:prstGeom prst="roundRect">
            <a:avLst>
              <a:gd fmla="val 17449" name="adj"/>
            </a:avLst>
          </a:prstGeom>
          <a:solidFill>
            <a:schemeClr val="lt1"/>
          </a:solidFill>
          <a:ln cap="flat" cmpd="sng" w="952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t/>
            </a:r>
            <a:endParaRPr sz="600">
              <a:latin typeface="DM Sans"/>
              <a:ea typeface="DM Sans"/>
              <a:cs typeface="DM Sans"/>
              <a:sym typeface="DM Sans"/>
            </a:endParaRPr>
          </a:p>
        </p:txBody>
      </p:sp>
      <p:sp>
        <p:nvSpPr>
          <p:cNvPr id="383" name="Google Shape;383;p51"/>
          <p:cNvSpPr/>
          <p:nvPr/>
        </p:nvSpPr>
        <p:spPr>
          <a:xfrm>
            <a:off x="4672725" y="4251701"/>
            <a:ext cx="1998300" cy="606900"/>
          </a:xfrm>
          <a:prstGeom prst="roundRect">
            <a:avLst>
              <a:gd fmla="val 17449" name="adj"/>
            </a:avLst>
          </a:prstGeom>
          <a:solidFill>
            <a:schemeClr val="lt1"/>
          </a:solidFill>
          <a:ln cap="flat" cmpd="sng" w="952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t/>
            </a:r>
            <a:endParaRPr sz="600">
              <a:latin typeface="DM Sans"/>
              <a:ea typeface="DM Sans"/>
              <a:cs typeface="DM Sans"/>
              <a:sym typeface="DM Sans"/>
            </a:endParaRPr>
          </a:p>
        </p:txBody>
      </p:sp>
      <p:sp>
        <p:nvSpPr>
          <p:cNvPr id="384" name="Google Shape;384;p51"/>
          <p:cNvSpPr/>
          <p:nvPr/>
        </p:nvSpPr>
        <p:spPr>
          <a:xfrm>
            <a:off x="6875475" y="4251701"/>
            <a:ext cx="1998300" cy="606900"/>
          </a:xfrm>
          <a:prstGeom prst="roundRect">
            <a:avLst>
              <a:gd fmla="val 17449" name="adj"/>
            </a:avLst>
          </a:prstGeom>
          <a:solidFill>
            <a:schemeClr val="lt1"/>
          </a:solidFill>
          <a:ln cap="flat" cmpd="sng" w="952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t/>
            </a:r>
            <a:endParaRPr sz="600">
              <a:latin typeface="DM Sans"/>
              <a:ea typeface="DM Sans"/>
              <a:cs typeface="DM Sans"/>
              <a:sym typeface="DM Sans"/>
            </a:endParaRPr>
          </a:p>
        </p:txBody>
      </p:sp>
      <p:sp>
        <p:nvSpPr>
          <p:cNvPr id="385" name="Google Shape;385;p51"/>
          <p:cNvSpPr/>
          <p:nvPr/>
        </p:nvSpPr>
        <p:spPr>
          <a:xfrm>
            <a:off x="2477850" y="3790950"/>
            <a:ext cx="1998300" cy="3489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386" name="Google Shape;386;p51"/>
          <p:cNvSpPr/>
          <p:nvPr/>
        </p:nvSpPr>
        <p:spPr>
          <a:xfrm>
            <a:off x="4676663" y="3790950"/>
            <a:ext cx="1998300" cy="3489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387" name="Google Shape;387;p51"/>
          <p:cNvSpPr/>
          <p:nvPr/>
        </p:nvSpPr>
        <p:spPr>
          <a:xfrm>
            <a:off x="6875475" y="3790950"/>
            <a:ext cx="1998300" cy="3489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388" name="Google Shape;388;p51"/>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389" name="Google Shape;389;p51"/>
          <p:cNvSpPr txBox="1"/>
          <p:nvPr>
            <p:ph idx="1" type="subTitle"/>
          </p:nvPr>
        </p:nvSpPr>
        <p:spPr>
          <a:xfrm>
            <a:off x="274950" y="3791100"/>
            <a:ext cx="19983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390" name="Google Shape;390;p51"/>
          <p:cNvSpPr txBox="1"/>
          <p:nvPr>
            <p:ph idx="3" type="subTitle"/>
          </p:nvPr>
        </p:nvSpPr>
        <p:spPr>
          <a:xfrm>
            <a:off x="2475813" y="3791100"/>
            <a:ext cx="19983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391" name="Google Shape;391;p51"/>
          <p:cNvSpPr txBox="1"/>
          <p:nvPr>
            <p:ph idx="4" type="subTitle"/>
          </p:nvPr>
        </p:nvSpPr>
        <p:spPr>
          <a:xfrm>
            <a:off x="4675638" y="3791100"/>
            <a:ext cx="19983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392" name="Google Shape;392;p51"/>
          <p:cNvSpPr txBox="1"/>
          <p:nvPr>
            <p:ph idx="5" type="subTitle"/>
          </p:nvPr>
        </p:nvSpPr>
        <p:spPr>
          <a:xfrm>
            <a:off x="6875488" y="3791100"/>
            <a:ext cx="19983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393" name="Google Shape;393;p51"/>
          <p:cNvSpPr txBox="1"/>
          <p:nvPr>
            <p:ph idx="6" type="subTitle"/>
          </p:nvPr>
        </p:nvSpPr>
        <p:spPr>
          <a:xfrm>
            <a:off x="274950" y="4251700"/>
            <a:ext cx="1998300" cy="606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DM Sans"/>
              <a:buNone/>
              <a:defRPr sz="1100">
                <a:latin typeface="DM Sans"/>
                <a:ea typeface="DM Sans"/>
                <a:cs typeface="DM Sans"/>
                <a:sym typeface="DM Sans"/>
              </a:defRPr>
            </a:lvl1pPr>
            <a:lvl2pPr lvl="1" algn="ctr">
              <a:spcBef>
                <a:spcPts val="0"/>
              </a:spcBef>
              <a:spcAft>
                <a:spcPts val="0"/>
              </a:spcAft>
              <a:buSzPts val="1100"/>
              <a:buFont typeface="DM Sans"/>
              <a:buNone/>
              <a:defRPr sz="1100"/>
            </a:lvl2pPr>
            <a:lvl3pPr lvl="2" algn="ctr">
              <a:spcBef>
                <a:spcPts val="0"/>
              </a:spcBef>
              <a:spcAft>
                <a:spcPts val="0"/>
              </a:spcAft>
              <a:buSzPts val="1100"/>
              <a:buFont typeface="DM Sans"/>
              <a:buNone/>
              <a:defRPr sz="1100"/>
            </a:lvl3pPr>
            <a:lvl4pPr lvl="3" algn="ctr">
              <a:spcBef>
                <a:spcPts val="0"/>
              </a:spcBef>
              <a:spcAft>
                <a:spcPts val="0"/>
              </a:spcAft>
              <a:buSzPts val="1100"/>
              <a:buFont typeface="DM Sans"/>
              <a:buNone/>
              <a:defRPr sz="1100"/>
            </a:lvl4pPr>
            <a:lvl5pPr lvl="4" algn="ctr">
              <a:spcBef>
                <a:spcPts val="0"/>
              </a:spcBef>
              <a:spcAft>
                <a:spcPts val="0"/>
              </a:spcAft>
              <a:buSzPts val="1100"/>
              <a:buFont typeface="DM Sans"/>
              <a:buNone/>
              <a:defRPr sz="1100"/>
            </a:lvl5pPr>
            <a:lvl6pPr lvl="5" algn="ctr">
              <a:spcBef>
                <a:spcPts val="0"/>
              </a:spcBef>
              <a:spcAft>
                <a:spcPts val="0"/>
              </a:spcAft>
              <a:buSzPts val="1100"/>
              <a:buFont typeface="DM Sans"/>
              <a:buNone/>
              <a:defRPr sz="1100"/>
            </a:lvl6pPr>
            <a:lvl7pPr lvl="6" algn="ctr">
              <a:spcBef>
                <a:spcPts val="0"/>
              </a:spcBef>
              <a:spcAft>
                <a:spcPts val="0"/>
              </a:spcAft>
              <a:buSzPts val="1100"/>
              <a:buFont typeface="DM Sans"/>
              <a:buNone/>
              <a:defRPr sz="1100"/>
            </a:lvl7pPr>
            <a:lvl8pPr lvl="7" algn="ctr">
              <a:spcBef>
                <a:spcPts val="0"/>
              </a:spcBef>
              <a:spcAft>
                <a:spcPts val="0"/>
              </a:spcAft>
              <a:buSzPts val="1100"/>
              <a:buFont typeface="DM Sans"/>
              <a:buNone/>
              <a:defRPr sz="1100"/>
            </a:lvl8pPr>
            <a:lvl9pPr lvl="8" algn="ctr">
              <a:spcBef>
                <a:spcPts val="0"/>
              </a:spcBef>
              <a:spcAft>
                <a:spcPts val="0"/>
              </a:spcAft>
              <a:buSzPts val="1100"/>
              <a:buFont typeface="DM Sans"/>
              <a:buNone/>
              <a:defRPr sz="1100"/>
            </a:lvl9pPr>
          </a:lstStyle>
          <a:p/>
        </p:txBody>
      </p:sp>
      <p:sp>
        <p:nvSpPr>
          <p:cNvPr id="394" name="Google Shape;394;p51"/>
          <p:cNvSpPr txBox="1"/>
          <p:nvPr>
            <p:ph idx="7" type="subTitle"/>
          </p:nvPr>
        </p:nvSpPr>
        <p:spPr>
          <a:xfrm>
            <a:off x="2477850" y="4251700"/>
            <a:ext cx="1998300" cy="606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DM Sans"/>
              <a:buNone/>
              <a:defRPr sz="1100">
                <a:latin typeface="DM Sans"/>
                <a:ea typeface="DM Sans"/>
                <a:cs typeface="DM Sans"/>
                <a:sym typeface="DM Sans"/>
              </a:defRPr>
            </a:lvl1pPr>
            <a:lvl2pPr lvl="1" algn="ctr">
              <a:spcBef>
                <a:spcPts val="0"/>
              </a:spcBef>
              <a:spcAft>
                <a:spcPts val="0"/>
              </a:spcAft>
              <a:buSzPts val="1100"/>
              <a:buFont typeface="DM Sans"/>
              <a:buNone/>
              <a:defRPr sz="1100"/>
            </a:lvl2pPr>
            <a:lvl3pPr lvl="2" algn="ctr">
              <a:spcBef>
                <a:spcPts val="0"/>
              </a:spcBef>
              <a:spcAft>
                <a:spcPts val="0"/>
              </a:spcAft>
              <a:buSzPts val="1100"/>
              <a:buFont typeface="DM Sans"/>
              <a:buNone/>
              <a:defRPr sz="1100"/>
            </a:lvl3pPr>
            <a:lvl4pPr lvl="3" algn="ctr">
              <a:spcBef>
                <a:spcPts val="0"/>
              </a:spcBef>
              <a:spcAft>
                <a:spcPts val="0"/>
              </a:spcAft>
              <a:buSzPts val="1100"/>
              <a:buFont typeface="DM Sans"/>
              <a:buNone/>
              <a:defRPr sz="1100"/>
            </a:lvl4pPr>
            <a:lvl5pPr lvl="4" algn="ctr">
              <a:spcBef>
                <a:spcPts val="0"/>
              </a:spcBef>
              <a:spcAft>
                <a:spcPts val="0"/>
              </a:spcAft>
              <a:buSzPts val="1100"/>
              <a:buFont typeface="DM Sans"/>
              <a:buNone/>
              <a:defRPr sz="1100"/>
            </a:lvl5pPr>
            <a:lvl6pPr lvl="5" algn="ctr">
              <a:spcBef>
                <a:spcPts val="0"/>
              </a:spcBef>
              <a:spcAft>
                <a:spcPts val="0"/>
              </a:spcAft>
              <a:buSzPts val="1100"/>
              <a:buFont typeface="DM Sans"/>
              <a:buNone/>
              <a:defRPr sz="1100"/>
            </a:lvl6pPr>
            <a:lvl7pPr lvl="6" algn="ctr">
              <a:spcBef>
                <a:spcPts val="0"/>
              </a:spcBef>
              <a:spcAft>
                <a:spcPts val="0"/>
              </a:spcAft>
              <a:buSzPts val="1100"/>
              <a:buFont typeface="DM Sans"/>
              <a:buNone/>
              <a:defRPr sz="1100"/>
            </a:lvl7pPr>
            <a:lvl8pPr lvl="7" algn="ctr">
              <a:spcBef>
                <a:spcPts val="0"/>
              </a:spcBef>
              <a:spcAft>
                <a:spcPts val="0"/>
              </a:spcAft>
              <a:buSzPts val="1100"/>
              <a:buFont typeface="DM Sans"/>
              <a:buNone/>
              <a:defRPr sz="1100"/>
            </a:lvl8pPr>
            <a:lvl9pPr lvl="8" algn="ctr">
              <a:spcBef>
                <a:spcPts val="0"/>
              </a:spcBef>
              <a:spcAft>
                <a:spcPts val="0"/>
              </a:spcAft>
              <a:buSzPts val="1100"/>
              <a:buFont typeface="DM Sans"/>
              <a:buNone/>
              <a:defRPr sz="1100"/>
            </a:lvl9pPr>
          </a:lstStyle>
          <a:p/>
        </p:txBody>
      </p:sp>
      <p:sp>
        <p:nvSpPr>
          <p:cNvPr id="395" name="Google Shape;395;p51"/>
          <p:cNvSpPr txBox="1"/>
          <p:nvPr>
            <p:ph idx="8" type="subTitle"/>
          </p:nvPr>
        </p:nvSpPr>
        <p:spPr>
          <a:xfrm>
            <a:off x="4676663" y="4251700"/>
            <a:ext cx="1998300" cy="606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DM Sans"/>
              <a:buNone/>
              <a:defRPr sz="1100">
                <a:latin typeface="DM Sans"/>
                <a:ea typeface="DM Sans"/>
                <a:cs typeface="DM Sans"/>
                <a:sym typeface="DM Sans"/>
              </a:defRPr>
            </a:lvl1pPr>
            <a:lvl2pPr lvl="1" algn="ctr">
              <a:spcBef>
                <a:spcPts val="0"/>
              </a:spcBef>
              <a:spcAft>
                <a:spcPts val="0"/>
              </a:spcAft>
              <a:buSzPts val="1100"/>
              <a:buFont typeface="DM Sans"/>
              <a:buNone/>
              <a:defRPr sz="1100"/>
            </a:lvl2pPr>
            <a:lvl3pPr lvl="2" algn="ctr">
              <a:spcBef>
                <a:spcPts val="0"/>
              </a:spcBef>
              <a:spcAft>
                <a:spcPts val="0"/>
              </a:spcAft>
              <a:buSzPts val="1100"/>
              <a:buFont typeface="DM Sans"/>
              <a:buNone/>
              <a:defRPr sz="1100"/>
            </a:lvl3pPr>
            <a:lvl4pPr lvl="3" algn="ctr">
              <a:spcBef>
                <a:spcPts val="0"/>
              </a:spcBef>
              <a:spcAft>
                <a:spcPts val="0"/>
              </a:spcAft>
              <a:buSzPts val="1100"/>
              <a:buFont typeface="DM Sans"/>
              <a:buNone/>
              <a:defRPr sz="1100"/>
            </a:lvl4pPr>
            <a:lvl5pPr lvl="4" algn="ctr">
              <a:spcBef>
                <a:spcPts val="0"/>
              </a:spcBef>
              <a:spcAft>
                <a:spcPts val="0"/>
              </a:spcAft>
              <a:buSzPts val="1100"/>
              <a:buFont typeface="DM Sans"/>
              <a:buNone/>
              <a:defRPr sz="1100"/>
            </a:lvl5pPr>
            <a:lvl6pPr lvl="5" algn="ctr">
              <a:spcBef>
                <a:spcPts val="0"/>
              </a:spcBef>
              <a:spcAft>
                <a:spcPts val="0"/>
              </a:spcAft>
              <a:buSzPts val="1100"/>
              <a:buFont typeface="DM Sans"/>
              <a:buNone/>
              <a:defRPr sz="1100"/>
            </a:lvl6pPr>
            <a:lvl7pPr lvl="6" algn="ctr">
              <a:spcBef>
                <a:spcPts val="0"/>
              </a:spcBef>
              <a:spcAft>
                <a:spcPts val="0"/>
              </a:spcAft>
              <a:buSzPts val="1100"/>
              <a:buFont typeface="DM Sans"/>
              <a:buNone/>
              <a:defRPr sz="1100"/>
            </a:lvl7pPr>
            <a:lvl8pPr lvl="7" algn="ctr">
              <a:spcBef>
                <a:spcPts val="0"/>
              </a:spcBef>
              <a:spcAft>
                <a:spcPts val="0"/>
              </a:spcAft>
              <a:buSzPts val="1100"/>
              <a:buFont typeface="DM Sans"/>
              <a:buNone/>
              <a:defRPr sz="1100"/>
            </a:lvl8pPr>
            <a:lvl9pPr lvl="8" algn="ctr">
              <a:spcBef>
                <a:spcPts val="0"/>
              </a:spcBef>
              <a:spcAft>
                <a:spcPts val="0"/>
              </a:spcAft>
              <a:buSzPts val="1100"/>
              <a:buFont typeface="DM Sans"/>
              <a:buNone/>
              <a:defRPr sz="1100"/>
            </a:lvl9pPr>
          </a:lstStyle>
          <a:p/>
        </p:txBody>
      </p:sp>
      <p:sp>
        <p:nvSpPr>
          <p:cNvPr id="396" name="Google Shape;396;p51"/>
          <p:cNvSpPr txBox="1"/>
          <p:nvPr>
            <p:ph idx="9" type="subTitle"/>
          </p:nvPr>
        </p:nvSpPr>
        <p:spPr>
          <a:xfrm>
            <a:off x="6867588" y="4251700"/>
            <a:ext cx="1998300" cy="606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DM Sans"/>
              <a:buNone/>
              <a:defRPr sz="1100">
                <a:latin typeface="DM Sans"/>
                <a:ea typeface="DM Sans"/>
                <a:cs typeface="DM Sans"/>
                <a:sym typeface="DM Sans"/>
              </a:defRPr>
            </a:lvl1pPr>
            <a:lvl2pPr lvl="1" algn="ctr">
              <a:spcBef>
                <a:spcPts val="0"/>
              </a:spcBef>
              <a:spcAft>
                <a:spcPts val="0"/>
              </a:spcAft>
              <a:buSzPts val="1100"/>
              <a:buFont typeface="DM Sans"/>
              <a:buNone/>
              <a:defRPr sz="1100"/>
            </a:lvl2pPr>
            <a:lvl3pPr lvl="2" algn="ctr">
              <a:spcBef>
                <a:spcPts val="0"/>
              </a:spcBef>
              <a:spcAft>
                <a:spcPts val="0"/>
              </a:spcAft>
              <a:buSzPts val="1100"/>
              <a:buFont typeface="DM Sans"/>
              <a:buNone/>
              <a:defRPr sz="1100"/>
            </a:lvl3pPr>
            <a:lvl4pPr lvl="3" algn="ctr">
              <a:spcBef>
                <a:spcPts val="0"/>
              </a:spcBef>
              <a:spcAft>
                <a:spcPts val="0"/>
              </a:spcAft>
              <a:buSzPts val="1100"/>
              <a:buFont typeface="DM Sans"/>
              <a:buNone/>
              <a:defRPr sz="1100"/>
            </a:lvl4pPr>
            <a:lvl5pPr lvl="4" algn="ctr">
              <a:spcBef>
                <a:spcPts val="0"/>
              </a:spcBef>
              <a:spcAft>
                <a:spcPts val="0"/>
              </a:spcAft>
              <a:buSzPts val="1100"/>
              <a:buFont typeface="DM Sans"/>
              <a:buNone/>
              <a:defRPr sz="1100"/>
            </a:lvl5pPr>
            <a:lvl6pPr lvl="5" algn="ctr">
              <a:spcBef>
                <a:spcPts val="0"/>
              </a:spcBef>
              <a:spcAft>
                <a:spcPts val="0"/>
              </a:spcAft>
              <a:buSzPts val="1100"/>
              <a:buFont typeface="DM Sans"/>
              <a:buNone/>
              <a:defRPr sz="1100"/>
            </a:lvl6pPr>
            <a:lvl7pPr lvl="6" algn="ctr">
              <a:spcBef>
                <a:spcPts val="0"/>
              </a:spcBef>
              <a:spcAft>
                <a:spcPts val="0"/>
              </a:spcAft>
              <a:buSzPts val="1100"/>
              <a:buFont typeface="DM Sans"/>
              <a:buNone/>
              <a:defRPr sz="1100"/>
            </a:lvl7pPr>
            <a:lvl8pPr lvl="7" algn="ctr">
              <a:spcBef>
                <a:spcPts val="0"/>
              </a:spcBef>
              <a:spcAft>
                <a:spcPts val="0"/>
              </a:spcAft>
              <a:buSzPts val="1100"/>
              <a:buFont typeface="DM Sans"/>
              <a:buNone/>
              <a:defRPr sz="1100"/>
            </a:lvl8pPr>
            <a:lvl9pPr lvl="8" algn="ctr">
              <a:spcBef>
                <a:spcPts val="0"/>
              </a:spcBef>
              <a:spcAft>
                <a:spcPts val="0"/>
              </a:spcAft>
              <a:buSzPts val="1100"/>
              <a:buFont typeface="DM Sans"/>
              <a:buNone/>
              <a:defRPr sz="1100"/>
            </a:lvl9pPr>
          </a:lstStyle>
          <a:p/>
        </p:txBody>
      </p:sp>
      <p:sp>
        <p:nvSpPr>
          <p:cNvPr id="397" name="Google Shape;397;p51"/>
          <p:cNvSpPr/>
          <p:nvPr>
            <p:ph idx="13" type="pic"/>
          </p:nvPr>
        </p:nvSpPr>
        <p:spPr>
          <a:xfrm>
            <a:off x="2579800" y="1328875"/>
            <a:ext cx="1789200" cy="2277900"/>
          </a:xfrm>
          <a:prstGeom prst="ellipse">
            <a:avLst/>
          </a:prstGeom>
          <a:noFill/>
          <a:ln cap="flat" cmpd="sng" w="9525">
            <a:solidFill>
              <a:srgbClr val="000000"/>
            </a:solidFill>
            <a:prstDash val="solid"/>
            <a:round/>
            <a:headEnd len="sm" w="sm" type="none"/>
            <a:tailEnd len="sm" w="sm" type="none"/>
          </a:ln>
        </p:spPr>
      </p:sp>
      <p:sp>
        <p:nvSpPr>
          <p:cNvPr id="398" name="Google Shape;398;p51"/>
          <p:cNvSpPr/>
          <p:nvPr>
            <p:ph idx="14" type="pic"/>
          </p:nvPr>
        </p:nvSpPr>
        <p:spPr>
          <a:xfrm>
            <a:off x="4775975" y="1328875"/>
            <a:ext cx="1789200" cy="2277900"/>
          </a:xfrm>
          <a:prstGeom prst="ellipse">
            <a:avLst/>
          </a:prstGeom>
          <a:noFill/>
          <a:ln cap="flat" cmpd="sng" w="9525">
            <a:solidFill>
              <a:srgbClr val="000000"/>
            </a:solidFill>
            <a:prstDash val="solid"/>
            <a:round/>
            <a:headEnd len="sm" w="sm" type="none"/>
            <a:tailEnd len="sm" w="sm" type="none"/>
          </a:ln>
        </p:spPr>
      </p:sp>
      <p:sp>
        <p:nvSpPr>
          <p:cNvPr id="399" name="Google Shape;399;p51"/>
          <p:cNvSpPr/>
          <p:nvPr>
            <p:ph idx="15" type="pic"/>
          </p:nvPr>
        </p:nvSpPr>
        <p:spPr>
          <a:xfrm>
            <a:off x="6972150" y="1328875"/>
            <a:ext cx="1789200" cy="2277900"/>
          </a:xfrm>
          <a:prstGeom prst="ellipse">
            <a:avLst/>
          </a:prstGeom>
          <a:noFill/>
          <a:ln cap="flat" cmpd="sng" w="9525">
            <a:solidFill>
              <a:srgbClr val="000000"/>
            </a:solidFill>
            <a:prstDash val="solid"/>
            <a:round/>
            <a:headEnd len="sm" w="sm" type="none"/>
            <a:tailEnd len="sm" w="sm" type="none"/>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3">
    <p:spTree>
      <p:nvGrpSpPr>
        <p:cNvPr id="400" name="Shape 400"/>
        <p:cNvGrpSpPr/>
        <p:nvPr/>
      </p:nvGrpSpPr>
      <p:grpSpPr>
        <a:xfrm>
          <a:off x="0" y="0"/>
          <a:ext cx="0" cy="0"/>
          <a:chOff x="0" y="0"/>
          <a:chExt cx="0" cy="0"/>
        </a:xfrm>
      </p:grpSpPr>
      <p:sp>
        <p:nvSpPr>
          <p:cNvPr id="401" name="Google Shape;401;p52"/>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402" name="Google Shape;402;p52"/>
          <p:cNvSpPr/>
          <p:nvPr/>
        </p:nvSpPr>
        <p:spPr>
          <a:xfrm>
            <a:off x="1655875" y="1348125"/>
            <a:ext cx="7218000" cy="5433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403" name="Google Shape;403;p52"/>
          <p:cNvSpPr/>
          <p:nvPr/>
        </p:nvSpPr>
        <p:spPr>
          <a:xfrm>
            <a:off x="1655875" y="2100369"/>
            <a:ext cx="7218000" cy="5433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404" name="Google Shape;404;p52"/>
          <p:cNvSpPr/>
          <p:nvPr/>
        </p:nvSpPr>
        <p:spPr>
          <a:xfrm>
            <a:off x="1655875" y="2837025"/>
            <a:ext cx="7218000" cy="5433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200">
              <a:solidFill>
                <a:schemeClr val="dk1"/>
              </a:solidFill>
              <a:latin typeface="DM Sans Light"/>
              <a:ea typeface="DM Sans Light"/>
              <a:cs typeface="DM Sans Light"/>
              <a:sym typeface="DM Sans Light"/>
            </a:endParaRPr>
          </a:p>
        </p:txBody>
      </p:sp>
      <p:sp>
        <p:nvSpPr>
          <p:cNvPr id="405" name="Google Shape;405;p52"/>
          <p:cNvSpPr/>
          <p:nvPr/>
        </p:nvSpPr>
        <p:spPr>
          <a:xfrm>
            <a:off x="1655875" y="3573669"/>
            <a:ext cx="7218000" cy="5433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200">
              <a:solidFill>
                <a:schemeClr val="dk1"/>
              </a:solidFill>
              <a:latin typeface="DM Sans Light"/>
              <a:ea typeface="DM Sans Light"/>
              <a:cs typeface="DM Sans Light"/>
              <a:sym typeface="DM Sans Light"/>
            </a:endParaRPr>
          </a:p>
        </p:txBody>
      </p:sp>
      <p:sp>
        <p:nvSpPr>
          <p:cNvPr id="406" name="Google Shape;406;p52"/>
          <p:cNvSpPr/>
          <p:nvPr/>
        </p:nvSpPr>
        <p:spPr>
          <a:xfrm>
            <a:off x="1655875" y="4315525"/>
            <a:ext cx="7218000" cy="5433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407" name="Google Shape;407;p52"/>
          <p:cNvSpPr/>
          <p:nvPr/>
        </p:nvSpPr>
        <p:spPr>
          <a:xfrm>
            <a:off x="274950" y="1348075"/>
            <a:ext cx="11979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ctr">
              <a:lnSpc>
                <a:spcPct val="90000"/>
              </a:lnSpc>
              <a:spcBef>
                <a:spcPts val="0"/>
              </a:spcBef>
              <a:spcAft>
                <a:spcPts val="0"/>
              </a:spcAft>
              <a:buClr>
                <a:schemeClr val="dk1"/>
              </a:buClr>
              <a:buSzPts val="1100"/>
              <a:buNone/>
            </a:pPr>
            <a:r>
              <a:t/>
            </a:r>
            <a:endParaRPr sz="100"/>
          </a:p>
        </p:txBody>
      </p:sp>
      <p:sp>
        <p:nvSpPr>
          <p:cNvPr id="408" name="Google Shape;408;p52"/>
          <p:cNvSpPr/>
          <p:nvPr/>
        </p:nvSpPr>
        <p:spPr>
          <a:xfrm>
            <a:off x="274950" y="2092550"/>
            <a:ext cx="11979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l">
              <a:lnSpc>
                <a:spcPct val="90000"/>
              </a:lnSpc>
              <a:spcBef>
                <a:spcPts val="0"/>
              </a:spcBef>
              <a:spcAft>
                <a:spcPts val="0"/>
              </a:spcAft>
              <a:buNone/>
            </a:pPr>
            <a:r>
              <a:t/>
            </a:r>
            <a:endParaRPr sz="100"/>
          </a:p>
        </p:txBody>
      </p:sp>
      <p:sp>
        <p:nvSpPr>
          <p:cNvPr id="409" name="Google Shape;409;p52"/>
          <p:cNvSpPr/>
          <p:nvPr/>
        </p:nvSpPr>
        <p:spPr>
          <a:xfrm>
            <a:off x="274950" y="2837025"/>
            <a:ext cx="11979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l">
              <a:lnSpc>
                <a:spcPct val="90000"/>
              </a:lnSpc>
              <a:spcBef>
                <a:spcPts val="0"/>
              </a:spcBef>
              <a:spcAft>
                <a:spcPts val="0"/>
              </a:spcAft>
              <a:buNone/>
            </a:pPr>
            <a:r>
              <a:t/>
            </a:r>
            <a:endParaRPr sz="100"/>
          </a:p>
        </p:txBody>
      </p:sp>
      <p:sp>
        <p:nvSpPr>
          <p:cNvPr id="410" name="Google Shape;410;p52"/>
          <p:cNvSpPr/>
          <p:nvPr/>
        </p:nvSpPr>
        <p:spPr>
          <a:xfrm>
            <a:off x="274950" y="3573675"/>
            <a:ext cx="11979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ctr">
              <a:lnSpc>
                <a:spcPct val="90000"/>
              </a:lnSpc>
              <a:spcBef>
                <a:spcPts val="0"/>
              </a:spcBef>
              <a:spcAft>
                <a:spcPts val="0"/>
              </a:spcAft>
              <a:buNone/>
            </a:pPr>
            <a:r>
              <a:t/>
            </a:r>
            <a:endParaRPr sz="100"/>
          </a:p>
        </p:txBody>
      </p:sp>
      <p:sp>
        <p:nvSpPr>
          <p:cNvPr id="411" name="Google Shape;411;p52"/>
          <p:cNvSpPr/>
          <p:nvPr/>
        </p:nvSpPr>
        <p:spPr>
          <a:xfrm>
            <a:off x="274950" y="4310325"/>
            <a:ext cx="11979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ctr">
              <a:lnSpc>
                <a:spcPct val="90000"/>
              </a:lnSpc>
              <a:spcBef>
                <a:spcPts val="0"/>
              </a:spcBef>
              <a:spcAft>
                <a:spcPts val="0"/>
              </a:spcAft>
              <a:buNone/>
            </a:pPr>
            <a:r>
              <a:t/>
            </a:r>
            <a:endParaRPr sz="100"/>
          </a:p>
        </p:txBody>
      </p:sp>
      <p:sp>
        <p:nvSpPr>
          <p:cNvPr id="412" name="Google Shape;412;p52"/>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413" name="Google Shape;413;p52"/>
          <p:cNvSpPr txBox="1"/>
          <p:nvPr>
            <p:ph idx="1" type="subTitle"/>
          </p:nvPr>
        </p:nvSpPr>
        <p:spPr>
          <a:xfrm>
            <a:off x="1655875" y="1348075"/>
            <a:ext cx="72180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None/>
              <a:defRPr sz="2200"/>
            </a:lvl1pPr>
            <a:lvl2pPr lvl="1">
              <a:spcBef>
                <a:spcPts val="0"/>
              </a:spcBef>
              <a:spcAft>
                <a:spcPts val="0"/>
              </a:spcAft>
              <a:buSzPts val="2200"/>
              <a:buFont typeface="DM Sans Light"/>
              <a:buNone/>
              <a:defRPr sz="2200">
                <a:latin typeface="DM Sans Light"/>
                <a:ea typeface="DM Sans Light"/>
                <a:cs typeface="DM Sans Light"/>
                <a:sym typeface="DM Sans Light"/>
              </a:defRPr>
            </a:lvl2pPr>
            <a:lvl3pPr lvl="2">
              <a:spcBef>
                <a:spcPts val="0"/>
              </a:spcBef>
              <a:spcAft>
                <a:spcPts val="0"/>
              </a:spcAft>
              <a:buSzPts val="2200"/>
              <a:buFont typeface="DM Sans Light"/>
              <a:buNone/>
              <a:defRPr sz="2200">
                <a:latin typeface="DM Sans Light"/>
                <a:ea typeface="DM Sans Light"/>
                <a:cs typeface="DM Sans Light"/>
                <a:sym typeface="DM Sans Light"/>
              </a:defRPr>
            </a:lvl3pPr>
            <a:lvl4pPr lvl="3">
              <a:spcBef>
                <a:spcPts val="0"/>
              </a:spcBef>
              <a:spcAft>
                <a:spcPts val="0"/>
              </a:spcAft>
              <a:buSzPts val="2200"/>
              <a:buFont typeface="DM Sans Light"/>
              <a:buNone/>
              <a:defRPr sz="2200">
                <a:latin typeface="DM Sans Light"/>
                <a:ea typeface="DM Sans Light"/>
                <a:cs typeface="DM Sans Light"/>
                <a:sym typeface="DM Sans Light"/>
              </a:defRPr>
            </a:lvl4pPr>
            <a:lvl5pPr lvl="4">
              <a:spcBef>
                <a:spcPts val="0"/>
              </a:spcBef>
              <a:spcAft>
                <a:spcPts val="0"/>
              </a:spcAft>
              <a:buSzPts val="2200"/>
              <a:buFont typeface="DM Sans Light"/>
              <a:buNone/>
              <a:defRPr sz="2200">
                <a:latin typeface="DM Sans Light"/>
                <a:ea typeface="DM Sans Light"/>
                <a:cs typeface="DM Sans Light"/>
                <a:sym typeface="DM Sans Light"/>
              </a:defRPr>
            </a:lvl5pPr>
            <a:lvl6pPr lvl="5">
              <a:spcBef>
                <a:spcPts val="0"/>
              </a:spcBef>
              <a:spcAft>
                <a:spcPts val="0"/>
              </a:spcAft>
              <a:buSzPts val="2200"/>
              <a:buFont typeface="DM Sans Light"/>
              <a:buNone/>
              <a:defRPr sz="2200">
                <a:latin typeface="DM Sans Light"/>
                <a:ea typeface="DM Sans Light"/>
                <a:cs typeface="DM Sans Light"/>
                <a:sym typeface="DM Sans Light"/>
              </a:defRPr>
            </a:lvl6pPr>
            <a:lvl7pPr lvl="6">
              <a:spcBef>
                <a:spcPts val="0"/>
              </a:spcBef>
              <a:spcAft>
                <a:spcPts val="0"/>
              </a:spcAft>
              <a:buSzPts val="2200"/>
              <a:buFont typeface="DM Sans Light"/>
              <a:buNone/>
              <a:defRPr sz="2200">
                <a:latin typeface="DM Sans Light"/>
                <a:ea typeface="DM Sans Light"/>
                <a:cs typeface="DM Sans Light"/>
                <a:sym typeface="DM Sans Light"/>
              </a:defRPr>
            </a:lvl7pPr>
            <a:lvl8pPr lvl="7">
              <a:spcBef>
                <a:spcPts val="0"/>
              </a:spcBef>
              <a:spcAft>
                <a:spcPts val="0"/>
              </a:spcAft>
              <a:buSzPts val="2200"/>
              <a:buFont typeface="DM Sans Light"/>
              <a:buNone/>
              <a:defRPr sz="2200">
                <a:latin typeface="DM Sans Light"/>
                <a:ea typeface="DM Sans Light"/>
                <a:cs typeface="DM Sans Light"/>
                <a:sym typeface="DM Sans Light"/>
              </a:defRPr>
            </a:lvl8pPr>
            <a:lvl9pPr lvl="8">
              <a:spcBef>
                <a:spcPts val="0"/>
              </a:spcBef>
              <a:spcAft>
                <a:spcPts val="0"/>
              </a:spcAft>
              <a:buSzPts val="2200"/>
              <a:buFont typeface="DM Sans Light"/>
              <a:buNone/>
              <a:defRPr sz="2200">
                <a:latin typeface="DM Sans Light"/>
                <a:ea typeface="DM Sans Light"/>
                <a:cs typeface="DM Sans Light"/>
                <a:sym typeface="DM Sans Light"/>
              </a:defRPr>
            </a:lvl9pPr>
          </a:lstStyle>
          <a:p/>
        </p:txBody>
      </p:sp>
      <p:sp>
        <p:nvSpPr>
          <p:cNvPr id="414" name="Google Shape;414;p52"/>
          <p:cNvSpPr txBox="1"/>
          <p:nvPr>
            <p:ph idx="2" type="subTitle"/>
          </p:nvPr>
        </p:nvSpPr>
        <p:spPr>
          <a:xfrm>
            <a:off x="1655875" y="2092550"/>
            <a:ext cx="72180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None/>
              <a:defRPr sz="2200"/>
            </a:lvl1pPr>
            <a:lvl2pPr lvl="1">
              <a:spcBef>
                <a:spcPts val="0"/>
              </a:spcBef>
              <a:spcAft>
                <a:spcPts val="0"/>
              </a:spcAft>
              <a:buSzPts val="2200"/>
              <a:buFont typeface="DM Sans Light"/>
              <a:buNone/>
              <a:defRPr sz="2200">
                <a:latin typeface="DM Sans Light"/>
                <a:ea typeface="DM Sans Light"/>
                <a:cs typeface="DM Sans Light"/>
                <a:sym typeface="DM Sans Light"/>
              </a:defRPr>
            </a:lvl2pPr>
            <a:lvl3pPr lvl="2">
              <a:spcBef>
                <a:spcPts val="0"/>
              </a:spcBef>
              <a:spcAft>
                <a:spcPts val="0"/>
              </a:spcAft>
              <a:buSzPts val="2200"/>
              <a:buFont typeface="DM Sans Light"/>
              <a:buNone/>
              <a:defRPr sz="2200">
                <a:latin typeface="DM Sans Light"/>
                <a:ea typeface="DM Sans Light"/>
                <a:cs typeface="DM Sans Light"/>
                <a:sym typeface="DM Sans Light"/>
              </a:defRPr>
            </a:lvl3pPr>
            <a:lvl4pPr lvl="3">
              <a:spcBef>
                <a:spcPts val="0"/>
              </a:spcBef>
              <a:spcAft>
                <a:spcPts val="0"/>
              </a:spcAft>
              <a:buSzPts val="2200"/>
              <a:buFont typeface="DM Sans Light"/>
              <a:buNone/>
              <a:defRPr sz="2200">
                <a:latin typeface="DM Sans Light"/>
                <a:ea typeface="DM Sans Light"/>
                <a:cs typeface="DM Sans Light"/>
                <a:sym typeface="DM Sans Light"/>
              </a:defRPr>
            </a:lvl4pPr>
            <a:lvl5pPr lvl="4">
              <a:spcBef>
                <a:spcPts val="0"/>
              </a:spcBef>
              <a:spcAft>
                <a:spcPts val="0"/>
              </a:spcAft>
              <a:buSzPts val="2200"/>
              <a:buFont typeface="DM Sans Light"/>
              <a:buNone/>
              <a:defRPr sz="2200">
                <a:latin typeface="DM Sans Light"/>
                <a:ea typeface="DM Sans Light"/>
                <a:cs typeface="DM Sans Light"/>
                <a:sym typeface="DM Sans Light"/>
              </a:defRPr>
            </a:lvl5pPr>
            <a:lvl6pPr lvl="5">
              <a:spcBef>
                <a:spcPts val="0"/>
              </a:spcBef>
              <a:spcAft>
                <a:spcPts val="0"/>
              </a:spcAft>
              <a:buSzPts val="2200"/>
              <a:buFont typeface="DM Sans Light"/>
              <a:buNone/>
              <a:defRPr sz="2200">
                <a:latin typeface="DM Sans Light"/>
                <a:ea typeface="DM Sans Light"/>
                <a:cs typeface="DM Sans Light"/>
                <a:sym typeface="DM Sans Light"/>
              </a:defRPr>
            </a:lvl6pPr>
            <a:lvl7pPr lvl="6">
              <a:spcBef>
                <a:spcPts val="0"/>
              </a:spcBef>
              <a:spcAft>
                <a:spcPts val="0"/>
              </a:spcAft>
              <a:buSzPts val="2200"/>
              <a:buFont typeface="DM Sans Light"/>
              <a:buNone/>
              <a:defRPr sz="2200">
                <a:latin typeface="DM Sans Light"/>
                <a:ea typeface="DM Sans Light"/>
                <a:cs typeface="DM Sans Light"/>
                <a:sym typeface="DM Sans Light"/>
              </a:defRPr>
            </a:lvl7pPr>
            <a:lvl8pPr lvl="7">
              <a:spcBef>
                <a:spcPts val="0"/>
              </a:spcBef>
              <a:spcAft>
                <a:spcPts val="0"/>
              </a:spcAft>
              <a:buSzPts val="2200"/>
              <a:buFont typeface="DM Sans Light"/>
              <a:buNone/>
              <a:defRPr sz="2200">
                <a:latin typeface="DM Sans Light"/>
                <a:ea typeface="DM Sans Light"/>
                <a:cs typeface="DM Sans Light"/>
                <a:sym typeface="DM Sans Light"/>
              </a:defRPr>
            </a:lvl8pPr>
            <a:lvl9pPr lvl="8">
              <a:spcBef>
                <a:spcPts val="0"/>
              </a:spcBef>
              <a:spcAft>
                <a:spcPts val="0"/>
              </a:spcAft>
              <a:buSzPts val="2200"/>
              <a:buFont typeface="DM Sans Light"/>
              <a:buNone/>
              <a:defRPr sz="2200">
                <a:latin typeface="DM Sans Light"/>
                <a:ea typeface="DM Sans Light"/>
                <a:cs typeface="DM Sans Light"/>
                <a:sym typeface="DM Sans Light"/>
              </a:defRPr>
            </a:lvl9pPr>
          </a:lstStyle>
          <a:p/>
        </p:txBody>
      </p:sp>
      <p:sp>
        <p:nvSpPr>
          <p:cNvPr id="415" name="Google Shape;415;p52"/>
          <p:cNvSpPr txBox="1"/>
          <p:nvPr>
            <p:ph idx="3" type="subTitle"/>
          </p:nvPr>
        </p:nvSpPr>
        <p:spPr>
          <a:xfrm>
            <a:off x="1655875" y="2837025"/>
            <a:ext cx="72180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None/>
              <a:defRPr sz="2200"/>
            </a:lvl1pPr>
            <a:lvl2pPr lvl="1">
              <a:spcBef>
                <a:spcPts val="0"/>
              </a:spcBef>
              <a:spcAft>
                <a:spcPts val="0"/>
              </a:spcAft>
              <a:buSzPts val="2200"/>
              <a:buFont typeface="DM Sans Light"/>
              <a:buNone/>
              <a:defRPr sz="2200">
                <a:latin typeface="DM Sans Light"/>
                <a:ea typeface="DM Sans Light"/>
                <a:cs typeface="DM Sans Light"/>
                <a:sym typeface="DM Sans Light"/>
              </a:defRPr>
            </a:lvl2pPr>
            <a:lvl3pPr lvl="2">
              <a:spcBef>
                <a:spcPts val="0"/>
              </a:spcBef>
              <a:spcAft>
                <a:spcPts val="0"/>
              </a:spcAft>
              <a:buSzPts val="2200"/>
              <a:buFont typeface="DM Sans Light"/>
              <a:buNone/>
              <a:defRPr sz="2200">
                <a:latin typeface="DM Sans Light"/>
                <a:ea typeface="DM Sans Light"/>
                <a:cs typeface="DM Sans Light"/>
                <a:sym typeface="DM Sans Light"/>
              </a:defRPr>
            </a:lvl3pPr>
            <a:lvl4pPr lvl="3">
              <a:spcBef>
                <a:spcPts val="0"/>
              </a:spcBef>
              <a:spcAft>
                <a:spcPts val="0"/>
              </a:spcAft>
              <a:buSzPts val="2200"/>
              <a:buFont typeface="DM Sans Light"/>
              <a:buNone/>
              <a:defRPr sz="2200">
                <a:latin typeface="DM Sans Light"/>
                <a:ea typeface="DM Sans Light"/>
                <a:cs typeface="DM Sans Light"/>
                <a:sym typeface="DM Sans Light"/>
              </a:defRPr>
            </a:lvl4pPr>
            <a:lvl5pPr lvl="4">
              <a:spcBef>
                <a:spcPts val="0"/>
              </a:spcBef>
              <a:spcAft>
                <a:spcPts val="0"/>
              </a:spcAft>
              <a:buSzPts val="2200"/>
              <a:buFont typeface="DM Sans Light"/>
              <a:buNone/>
              <a:defRPr sz="2200">
                <a:latin typeface="DM Sans Light"/>
                <a:ea typeface="DM Sans Light"/>
                <a:cs typeface="DM Sans Light"/>
                <a:sym typeface="DM Sans Light"/>
              </a:defRPr>
            </a:lvl5pPr>
            <a:lvl6pPr lvl="5">
              <a:spcBef>
                <a:spcPts val="0"/>
              </a:spcBef>
              <a:spcAft>
                <a:spcPts val="0"/>
              </a:spcAft>
              <a:buSzPts val="2200"/>
              <a:buFont typeface="DM Sans Light"/>
              <a:buNone/>
              <a:defRPr sz="2200">
                <a:latin typeface="DM Sans Light"/>
                <a:ea typeface="DM Sans Light"/>
                <a:cs typeface="DM Sans Light"/>
                <a:sym typeface="DM Sans Light"/>
              </a:defRPr>
            </a:lvl6pPr>
            <a:lvl7pPr lvl="6">
              <a:spcBef>
                <a:spcPts val="0"/>
              </a:spcBef>
              <a:spcAft>
                <a:spcPts val="0"/>
              </a:spcAft>
              <a:buSzPts val="2200"/>
              <a:buFont typeface="DM Sans Light"/>
              <a:buNone/>
              <a:defRPr sz="2200">
                <a:latin typeface="DM Sans Light"/>
                <a:ea typeface="DM Sans Light"/>
                <a:cs typeface="DM Sans Light"/>
                <a:sym typeface="DM Sans Light"/>
              </a:defRPr>
            </a:lvl7pPr>
            <a:lvl8pPr lvl="7">
              <a:spcBef>
                <a:spcPts val="0"/>
              </a:spcBef>
              <a:spcAft>
                <a:spcPts val="0"/>
              </a:spcAft>
              <a:buSzPts val="2200"/>
              <a:buFont typeface="DM Sans Light"/>
              <a:buNone/>
              <a:defRPr sz="2200">
                <a:latin typeface="DM Sans Light"/>
                <a:ea typeface="DM Sans Light"/>
                <a:cs typeface="DM Sans Light"/>
                <a:sym typeface="DM Sans Light"/>
              </a:defRPr>
            </a:lvl8pPr>
            <a:lvl9pPr lvl="8">
              <a:spcBef>
                <a:spcPts val="0"/>
              </a:spcBef>
              <a:spcAft>
                <a:spcPts val="0"/>
              </a:spcAft>
              <a:buSzPts val="2200"/>
              <a:buFont typeface="DM Sans Light"/>
              <a:buNone/>
              <a:defRPr sz="2200">
                <a:latin typeface="DM Sans Light"/>
                <a:ea typeface="DM Sans Light"/>
                <a:cs typeface="DM Sans Light"/>
                <a:sym typeface="DM Sans Light"/>
              </a:defRPr>
            </a:lvl9pPr>
          </a:lstStyle>
          <a:p/>
        </p:txBody>
      </p:sp>
      <p:sp>
        <p:nvSpPr>
          <p:cNvPr id="416" name="Google Shape;416;p52"/>
          <p:cNvSpPr txBox="1"/>
          <p:nvPr>
            <p:ph idx="4" type="subTitle"/>
          </p:nvPr>
        </p:nvSpPr>
        <p:spPr>
          <a:xfrm>
            <a:off x="1655875" y="3576275"/>
            <a:ext cx="72180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None/>
              <a:defRPr sz="2200"/>
            </a:lvl1pPr>
            <a:lvl2pPr lvl="1">
              <a:spcBef>
                <a:spcPts val="0"/>
              </a:spcBef>
              <a:spcAft>
                <a:spcPts val="0"/>
              </a:spcAft>
              <a:buSzPts val="2200"/>
              <a:buFont typeface="DM Sans Light"/>
              <a:buNone/>
              <a:defRPr sz="2200">
                <a:latin typeface="DM Sans Light"/>
                <a:ea typeface="DM Sans Light"/>
                <a:cs typeface="DM Sans Light"/>
                <a:sym typeface="DM Sans Light"/>
              </a:defRPr>
            </a:lvl2pPr>
            <a:lvl3pPr lvl="2">
              <a:spcBef>
                <a:spcPts val="0"/>
              </a:spcBef>
              <a:spcAft>
                <a:spcPts val="0"/>
              </a:spcAft>
              <a:buSzPts val="2200"/>
              <a:buFont typeface="DM Sans Light"/>
              <a:buNone/>
              <a:defRPr sz="2200">
                <a:latin typeface="DM Sans Light"/>
                <a:ea typeface="DM Sans Light"/>
                <a:cs typeface="DM Sans Light"/>
                <a:sym typeface="DM Sans Light"/>
              </a:defRPr>
            </a:lvl3pPr>
            <a:lvl4pPr lvl="3">
              <a:spcBef>
                <a:spcPts val="0"/>
              </a:spcBef>
              <a:spcAft>
                <a:spcPts val="0"/>
              </a:spcAft>
              <a:buSzPts val="2200"/>
              <a:buFont typeface="DM Sans Light"/>
              <a:buNone/>
              <a:defRPr sz="2200">
                <a:latin typeface="DM Sans Light"/>
                <a:ea typeface="DM Sans Light"/>
                <a:cs typeface="DM Sans Light"/>
                <a:sym typeface="DM Sans Light"/>
              </a:defRPr>
            </a:lvl4pPr>
            <a:lvl5pPr lvl="4">
              <a:spcBef>
                <a:spcPts val="0"/>
              </a:spcBef>
              <a:spcAft>
                <a:spcPts val="0"/>
              </a:spcAft>
              <a:buSzPts val="2200"/>
              <a:buFont typeface="DM Sans Light"/>
              <a:buNone/>
              <a:defRPr sz="2200">
                <a:latin typeface="DM Sans Light"/>
                <a:ea typeface="DM Sans Light"/>
                <a:cs typeface="DM Sans Light"/>
                <a:sym typeface="DM Sans Light"/>
              </a:defRPr>
            </a:lvl5pPr>
            <a:lvl6pPr lvl="5">
              <a:spcBef>
                <a:spcPts val="0"/>
              </a:spcBef>
              <a:spcAft>
                <a:spcPts val="0"/>
              </a:spcAft>
              <a:buSzPts val="2200"/>
              <a:buFont typeface="DM Sans Light"/>
              <a:buNone/>
              <a:defRPr sz="2200">
                <a:latin typeface="DM Sans Light"/>
                <a:ea typeface="DM Sans Light"/>
                <a:cs typeface="DM Sans Light"/>
                <a:sym typeface="DM Sans Light"/>
              </a:defRPr>
            </a:lvl6pPr>
            <a:lvl7pPr lvl="6">
              <a:spcBef>
                <a:spcPts val="0"/>
              </a:spcBef>
              <a:spcAft>
                <a:spcPts val="0"/>
              </a:spcAft>
              <a:buSzPts val="2200"/>
              <a:buFont typeface="DM Sans Light"/>
              <a:buNone/>
              <a:defRPr sz="2200">
                <a:latin typeface="DM Sans Light"/>
                <a:ea typeface="DM Sans Light"/>
                <a:cs typeface="DM Sans Light"/>
                <a:sym typeface="DM Sans Light"/>
              </a:defRPr>
            </a:lvl7pPr>
            <a:lvl8pPr lvl="7">
              <a:spcBef>
                <a:spcPts val="0"/>
              </a:spcBef>
              <a:spcAft>
                <a:spcPts val="0"/>
              </a:spcAft>
              <a:buSzPts val="2200"/>
              <a:buFont typeface="DM Sans Light"/>
              <a:buNone/>
              <a:defRPr sz="2200">
                <a:latin typeface="DM Sans Light"/>
                <a:ea typeface="DM Sans Light"/>
                <a:cs typeface="DM Sans Light"/>
                <a:sym typeface="DM Sans Light"/>
              </a:defRPr>
            </a:lvl8pPr>
            <a:lvl9pPr lvl="8">
              <a:spcBef>
                <a:spcPts val="0"/>
              </a:spcBef>
              <a:spcAft>
                <a:spcPts val="0"/>
              </a:spcAft>
              <a:buSzPts val="2200"/>
              <a:buFont typeface="DM Sans Light"/>
              <a:buNone/>
              <a:defRPr sz="2200">
                <a:latin typeface="DM Sans Light"/>
                <a:ea typeface="DM Sans Light"/>
                <a:cs typeface="DM Sans Light"/>
                <a:sym typeface="DM Sans Light"/>
              </a:defRPr>
            </a:lvl9pPr>
          </a:lstStyle>
          <a:p/>
        </p:txBody>
      </p:sp>
      <p:sp>
        <p:nvSpPr>
          <p:cNvPr id="417" name="Google Shape;417;p52"/>
          <p:cNvSpPr txBox="1"/>
          <p:nvPr>
            <p:ph idx="5" type="subTitle"/>
          </p:nvPr>
        </p:nvSpPr>
        <p:spPr>
          <a:xfrm>
            <a:off x="1655875" y="4315525"/>
            <a:ext cx="72180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None/>
              <a:defRPr sz="2200"/>
            </a:lvl1pPr>
            <a:lvl2pPr lvl="1">
              <a:spcBef>
                <a:spcPts val="0"/>
              </a:spcBef>
              <a:spcAft>
                <a:spcPts val="0"/>
              </a:spcAft>
              <a:buSzPts val="2200"/>
              <a:buFont typeface="DM Sans Light"/>
              <a:buNone/>
              <a:defRPr sz="2200">
                <a:latin typeface="DM Sans Light"/>
                <a:ea typeface="DM Sans Light"/>
                <a:cs typeface="DM Sans Light"/>
                <a:sym typeface="DM Sans Light"/>
              </a:defRPr>
            </a:lvl2pPr>
            <a:lvl3pPr lvl="2">
              <a:spcBef>
                <a:spcPts val="0"/>
              </a:spcBef>
              <a:spcAft>
                <a:spcPts val="0"/>
              </a:spcAft>
              <a:buSzPts val="2200"/>
              <a:buFont typeface="DM Sans Light"/>
              <a:buNone/>
              <a:defRPr sz="2200">
                <a:latin typeface="DM Sans Light"/>
                <a:ea typeface="DM Sans Light"/>
                <a:cs typeface="DM Sans Light"/>
                <a:sym typeface="DM Sans Light"/>
              </a:defRPr>
            </a:lvl3pPr>
            <a:lvl4pPr lvl="3">
              <a:spcBef>
                <a:spcPts val="0"/>
              </a:spcBef>
              <a:spcAft>
                <a:spcPts val="0"/>
              </a:spcAft>
              <a:buSzPts val="2200"/>
              <a:buFont typeface="DM Sans Light"/>
              <a:buNone/>
              <a:defRPr sz="2200">
                <a:latin typeface="DM Sans Light"/>
                <a:ea typeface="DM Sans Light"/>
                <a:cs typeface="DM Sans Light"/>
                <a:sym typeface="DM Sans Light"/>
              </a:defRPr>
            </a:lvl4pPr>
            <a:lvl5pPr lvl="4">
              <a:spcBef>
                <a:spcPts val="0"/>
              </a:spcBef>
              <a:spcAft>
                <a:spcPts val="0"/>
              </a:spcAft>
              <a:buSzPts val="2200"/>
              <a:buFont typeface="DM Sans Light"/>
              <a:buNone/>
              <a:defRPr sz="2200">
                <a:latin typeface="DM Sans Light"/>
                <a:ea typeface="DM Sans Light"/>
                <a:cs typeface="DM Sans Light"/>
                <a:sym typeface="DM Sans Light"/>
              </a:defRPr>
            </a:lvl5pPr>
            <a:lvl6pPr lvl="5">
              <a:spcBef>
                <a:spcPts val="0"/>
              </a:spcBef>
              <a:spcAft>
                <a:spcPts val="0"/>
              </a:spcAft>
              <a:buSzPts val="2200"/>
              <a:buFont typeface="DM Sans Light"/>
              <a:buNone/>
              <a:defRPr sz="2200">
                <a:latin typeface="DM Sans Light"/>
                <a:ea typeface="DM Sans Light"/>
                <a:cs typeface="DM Sans Light"/>
                <a:sym typeface="DM Sans Light"/>
              </a:defRPr>
            </a:lvl6pPr>
            <a:lvl7pPr lvl="6">
              <a:spcBef>
                <a:spcPts val="0"/>
              </a:spcBef>
              <a:spcAft>
                <a:spcPts val="0"/>
              </a:spcAft>
              <a:buSzPts val="2200"/>
              <a:buFont typeface="DM Sans Light"/>
              <a:buNone/>
              <a:defRPr sz="2200">
                <a:latin typeface="DM Sans Light"/>
                <a:ea typeface="DM Sans Light"/>
                <a:cs typeface="DM Sans Light"/>
                <a:sym typeface="DM Sans Light"/>
              </a:defRPr>
            </a:lvl7pPr>
            <a:lvl8pPr lvl="7">
              <a:spcBef>
                <a:spcPts val="0"/>
              </a:spcBef>
              <a:spcAft>
                <a:spcPts val="0"/>
              </a:spcAft>
              <a:buSzPts val="2200"/>
              <a:buFont typeface="DM Sans Light"/>
              <a:buNone/>
              <a:defRPr sz="2200">
                <a:latin typeface="DM Sans Light"/>
                <a:ea typeface="DM Sans Light"/>
                <a:cs typeface="DM Sans Light"/>
                <a:sym typeface="DM Sans Light"/>
              </a:defRPr>
            </a:lvl8pPr>
            <a:lvl9pPr lvl="8">
              <a:spcBef>
                <a:spcPts val="0"/>
              </a:spcBef>
              <a:spcAft>
                <a:spcPts val="0"/>
              </a:spcAft>
              <a:buSzPts val="2200"/>
              <a:buFont typeface="DM Sans Light"/>
              <a:buNone/>
              <a:defRPr sz="2200">
                <a:latin typeface="DM Sans Light"/>
                <a:ea typeface="DM Sans Light"/>
                <a:cs typeface="DM Sans Light"/>
                <a:sym typeface="DM Sans Light"/>
              </a:defRPr>
            </a:lvl9pPr>
          </a:lstStyle>
          <a:p/>
        </p:txBody>
      </p:sp>
      <p:sp>
        <p:nvSpPr>
          <p:cNvPr id="418" name="Google Shape;418;p52"/>
          <p:cNvSpPr txBox="1"/>
          <p:nvPr>
            <p:ph idx="6" type="subTitle"/>
          </p:nvPr>
        </p:nvSpPr>
        <p:spPr>
          <a:xfrm flipH="1">
            <a:off x="91975" y="1369047"/>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
        <p:nvSpPr>
          <p:cNvPr id="419" name="Google Shape;419;p52"/>
          <p:cNvSpPr txBox="1"/>
          <p:nvPr>
            <p:ph idx="7" type="subTitle"/>
          </p:nvPr>
        </p:nvSpPr>
        <p:spPr>
          <a:xfrm flipH="1">
            <a:off x="91975" y="2113547"/>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
        <p:nvSpPr>
          <p:cNvPr id="420" name="Google Shape;420;p52"/>
          <p:cNvSpPr txBox="1"/>
          <p:nvPr>
            <p:ph idx="8" type="subTitle"/>
          </p:nvPr>
        </p:nvSpPr>
        <p:spPr>
          <a:xfrm flipH="1">
            <a:off x="91975" y="2854085"/>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
        <p:nvSpPr>
          <p:cNvPr id="421" name="Google Shape;421;p52"/>
          <p:cNvSpPr txBox="1"/>
          <p:nvPr>
            <p:ph idx="9" type="subTitle"/>
          </p:nvPr>
        </p:nvSpPr>
        <p:spPr>
          <a:xfrm flipH="1">
            <a:off x="91975" y="3592685"/>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
        <p:nvSpPr>
          <p:cNvPr id="422" name="Google Shape;422;p52"/>
          <p:cNvSpPr txBox="1"/>
          <p:nvPr>
            <p:ph idx="13" type="subTitle"/>
          </p:nvPr>
        </p:nvSpPr>
        <p:spPr>
          <a:xfrm flipH="1">
            <a:off x="91975" y="4336485"/>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orybook 1">
  <p:cSld name="CUSTOM_4">
    <p:bg>
      <p:bgPr>
        <a:solidFill>
          <a:schemeClr val="dk2"/>
        </a:solidFill>
      </p:bgPr>
    </p:bg>
    <p:spTree>
      <p:nvGrpSpPr>
        <p:cNvPr id="423" name="Shape 423"/>
        <p:cNvGrpSpPr/>
        <p:nvPr/>
      </p:nvGrpSpPr>
      <p:grpSpPr>
        <a:xfrm>
          <a:off x="0" y="0"/>
          <a:ext cx="0" cy="0"/>
          <a:chOff x="0" y="0"/>
          <a:chExt cx="0" cy="0"/>
        </a:xfrm>
      </p:grpSpPr>
      <p:sp>
        <p:nvSpPr>
          <p:cNvPr id="424" name="Google Shape;424;p53"/>
          <p:cNvSpPr/>
          <p:nvPr>
            <p:ph idx="2" type="pic"/>
          </p:nvPr>
        </p:nvSpPr>
        <p:spPr>
          <a:xfrm>
            <a:off x="4676850" y="279050"/>
            <a:ext cx="4201200" cy="4573800"/>
          </a:xfrm>
          <a:prstGeom prst="roundRect">
            <a:avLst>
              <a:gd fmla="val 4826" name="adj"/>
            </a:avLst>
          </a:prstGeom>
          <a:noFill/>
          <a:ln cap="flat" cmpd="sng" w="9525">
            <a:solidFill>
              <a:schemeClr val="dk1"/>
            </a:solidFill>
            <a:prstDash val="solid"/>
            <a:round/>
            <a:headEnd len="sm" w="sm" type="none"/>
            <a:tailEnd len="sm" w="sm" type="none"/>
          </a:ln>
        </p:spPr>
      </p:sp>
      <p:sp>
        <p:nvSpPr>
          <p:cNvPr id="425" name="Google Shape;425;p53"/>
          <p:cNvSpPr/>
          <p:nvPr/>
        </p:nvSpPr>
        <p:spPr>
          <a:xfrm>
            <a:off x="274950" y="1164975"/>
            <a:ext cx="4201200" cy="36936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426" name="Google Shape;426;p53"/>
          <p:cNvSpPr txBox="1"/>
          <p:nvPr>
            <p:ph idx="1" type="body"/>
          </p:nvPr>
        </p:nvSpPr>
        <p:spPr>
          <a:xfrm>
            <a:off x="510325" y="1412150"/>
            <a:ext cx="3733200" cy="31668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27" name="Google Shape;427;p53"/>
          <p:cNvSpPr/>
          <p:nvPr/>
        </p:nvSpPr>
        <p:spPr>
          <a:xfrm>
            <a:off x="274950" y="284775"/>
            <a:ext cx="4201200" cy="704400"/>
          </a:xfrm>
          <a:prstGeom prst="roundRect">
            <a:avLst>
              <a:gd fmla="val 25275"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400"/>
          </a:p>
        </p:txBody>
      </p:sp>
      <p:sp>
        <p:nvSpPr>
          <p:cNvPr id="428" name="Google Shape;428;p53"/>
          <p:cNvSpPr txBox="1"/>
          <p:nvPr>
            <p:ph type="title"/>
          </p:nvPr>
        </p:nvSpPr>
        <p:spPr>
          <a:xfrm>
            <a:off x="272650" y="327125"/>
            <a:ext cx="42012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429" name="Google Shape;429;p53"/>
          <p:cNvSpPr/>
          <p:nvPr/>
        </p:nvSpPr>
        <p:spPr>
          <a:xfrm>
            <a:off x="8008325" y="109825"/>
            <a:ext cx="1018200" cy="3957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100"/>
          </a:p>
        </p:txBody>
      </p:sp>
      <p:sp>
        <p:nvSpPr>
          <p:cNvPr id="430" name="Google Shape;430;p53"/>
          <p:cNvSpPr txBox="1"/>
          <p:nvPr>
            <p:ph idx="3" type="subTitle"/>
          </p:nvPr>
        </p:nvSpPr>
        <p:spPr>
          <a:xfrm>
            <a:off x="8008325" y="109825"/>
            <a:ext cx="1018200" cy="39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Della Respira"/>
              <a:buNone/>
              <a:defRPr b="1" sz="1100">
                <a:latin typeface="Della Respira"/>
                <a:ea typeface="Della Respira"/>
                <a:cs typeface="Della Respira"/>
                <a:sym typeface="Della Respi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orybook 2">
  <p:cSld name="CUSTOM_5">
    <p:bg>
      <p:bgPr>
        <a:solidFill>
          <a:schemeClr val="lt2"/>
        </a:solidFill>
      </p:bgPr>
    </p:bg>
    <p:spTree>
      <p:nvGrpSpPr>
        <p:cNvPr id="431" name="Shape 431"/>
        <p:cNvGrpSpPr/>
        <p:nvPr/>
      </p:nvGrpSpPr>
      <p:grpSpPr>
        <a:xfrm>
          <a:off x="0" y="0"/>
          <a:ext cx="0" cy="0"/>
          <a:chOff x="0" y="0"/>
          <a:chExt cx="0" cy="0"/>
        </a:xfrm>
      </p:grpSpPr>
      <p:sp>
        <p:nvSpPr>
          <p:cNvPr id="432" name="Google Shape;432;p54"/>
          <p:cNvSpPr/>
          <p:nvPr>
            <p:ph idx="2" type="pic"/>
          </p:nvPr>
        </p:nvSpPr>
        <p:spPr>
          <a:xfrm>
            <a:off x="6781525" y="279050"/>
            <a:ext cx="2096400" cy="4573800"/>
          </a:xfrm>
          <a:prstGeom prst="roundRect">
            <a:avLst>
              <a:gd fmla="val 9650" name="adj"/>
            </a:avLst>
          </a:prstGeom>
          <a:noFill/>
          <a:ln cap="flat" cmpd="sng" w="9525">
            <a:solidFill>
              <a:schemeClr val="dk1"/>
            </a:solidFill>
            <a:prstDash val="solid"/>
            <a:round/>
            <a:headEnd len="sm" w="sm" type="none"/>
            <a:tailEnd len="sm" w="sm" type="none"/>
          </a:ln>
        </p:spPr>
      </p:sp>
      <p:sp>
        <p:nvSpPr>
          <p:cNvPr id="433" name="Google Shape;433;p54"/>
          <p:cNvSpPr/>
          <p:nvPr/>
        </p:nvSpPr>
        <p:spPr>
          <a:xfrm>
            <a:off x="274950" y="1164975"/>
            <a:ext cx="6304500" cy="3693600"/>
          </a:xfrm>
          <a:prstGeom prst="roundRect">
            <a:avLst>
              <a:gd fmla="val 5734"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434" name="Google Shape;434;p54"/>
          <p:cNvSpPr txBox="1"/>
          <p:nvPr>
            <p:ph idx="1" type="body"/>
          </p:nvPr>
        </p:nvSpPr>
        <p:spPr>
          <a:xfrm>
            <a:off x="552284" y="1335950"/>
            <a:ext cx="5739600" cy="31737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35" name="Google Shape;435;p54"/>
          <p:cNvSpPr/>
          <p:nvPr/>
        </p:nvSpPr>
        <p:spPr>
          <a:xfrm>
            <a:off x="274950" y="284775"/>
            <a:ext cx="3417900" cy="70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436" name="Google Shape;436;p54"/>
          <p:cNvSpPr txBox="1"/>
          <p:nvPr>
            <p:ph type="title"/>
          </p:nvPr>
        </p:nvSpPr>
        <p:spPr>
          <a:xfrm>
            <a:off x="272650" y="327125"/>
            <a:ext cx="34179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437" name="Google Shape;437;p54"/>
          <p:cNvSpPr/>
          <p:nvPr/>
        </p:nvSpPr>
        <p:spPr>
          <a:xfrm>
            <a:off x="3890600" y="284775"/>
            <a:ext cx="2688900" cy="7044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438" name="Google Shape;438;p54"/>
          <p:cNvSpPr txBox="1"/>
          <p:nvPr>
            <p:ph idx="3" type="subTitle"/>
          </p:nvPr>
        </p:nvSpPr>
        <p:spPr>
          <a:xfrm>
            <a:off x="3890675" y="284775"/>
            <a:ext cx="26889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orybook 3">
  <p:cSld name="CUSTOM_6">
    <p:spTree>
      <p:nvGrpSpPr>
        <p:cNvPr id="439" name="Shape 439"/>
        <p:cNvGrpSpPr/>
        <p:nvPr/>
      </p:nvGrpSpPr>
      <p:grpSpPr>
        <a:xfrm>
          <a:off x="0" y="0"/>
          <a:ext cx="0" cy="0"/>
          <a:chOff x="0" y="0"/>
          <a:chExt cx="0" cy="0"/>
        </a:xfrm>
      </p:grpSpPr>
      <p:sp>
        <p:nvSpPr>
          <p:cNvPr id="440" name="Google Shape;440;p55"/>
          <p:cNvSpPr/>
          <p:nvPr/>
        </p:nvSpPr>
        <p:spPr>
          <a:xfrm>
            <a:off x="274950" y="1164975"/>
            <a:ext cx="8598900" cy="3693600"/>
          </a:xfrm>
          <a:prstGeom prst="roundRect">
            <a:avLst>
              <a:gd fmla="val 5734"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441" name="Google Shape;441;p55"/>
          <p:cNvSpPr txBox="1"/>
          <p:nvPr>
            <p:ph idx="1" type="body"/>
          </p:nvPr>
        </p:nvSpPr>
        <p:spPr>
          <a:xfrm>
            <a:off x="552275" y="1405150"/>
            <a:ext cx="8060400" cy="31809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42" name="Google Shape;442;p55"/>
          <p:cNvSpPr/>
          <p:nvPr/>
        </p:nvSpPr>
        <p:spPr>
          <a:xfrm>
            <a:off x="274950" y="284775"/>
            <a:ext cx="5719200" cy="70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443" name="Google Shape;443;p55"/>
          <p:cNvSpPr/>
          <p:nvPr/>
        </p:nvSpPr>
        <p:spPr>
          <a:xfrm>
            <a:off x="6184900" y="284775"/>
            <a:ext cx="2688900" cy="7044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444" name="Google Shape;444;p55"/>
          <p:cNvSpPr txBox="1"/>
          <p:nvPr>
            <p:ph type="title"/>
          </p:nvPr>
        </p:nvSpPr>
        <p:spPr>
          <a:xfrm>
            <a:off x="272650" y="327125"/>
            <a:ext cx="57192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445" name="Google Shape;445;p55"/>
          <p:cNvSpPr/>
          <p:nvPr/>
        </p:nvSpPr>
        <p:spPr>
          <a:xfrm>
            <a:off x="109155" y="109825"/>
            <a:ext cx="1018200" cy="395700"/>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100"/>
          </a:p>
        </p:txBody>
      </p:sp>
      <p:sp>
        <p:nvSpPr>
          <p:cNvPr id="446" name="Google Shape;446;p55"/>
          <p:cNvSpPr txBox="1"/>
          <p:nvPr>
            <p:ph idx="2" type="subTitle"/>
          </p:nvPr>
        </p:nvSpPr>
        <p:spPr>
          <a:xfrm>
            <a:off x="109150" y="109825"/>
            <a:ext cx="1018200" cy="39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Della Respira"/>
              <a:buNone/>
              <a:defRPr b="1" sz="1100">
                <a:latin typeface="Della Respira"/>
                <a:ea typeface="Della Respira"/>
                <a:cs typeface="Della Respira"/>
                <a:sym typeface="Della Respi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7" name="Google Shape;447;p55"/>
          <p:cNvSpPr txBox="1"/>
          <p:nvPr>
            <p:ph idx="3" type="subTitle"/>
          </p:nvPr>
        </p:nvSpPr>
        <p:spPr>
          <a:xfrm>
            <a:off x="6184900" y="284775"/>
            <a:ext cx="26889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Page 1">
  <p:cSld name="CUSTOM_7">
    <p:bg>
      <p:bgPr>
        <a:solidFill>
          <a:schemeClr val="dk2"/>
        </a:solidFill>
      </p:bgPr>
    </p:bg>
    <p:spTree>
      <p:nvGrpSpPr>
        <p:cNvPr id="448" name="Shape 448"/>
        <p:cNvGrpSpPr/>
        <p:nvPr/>
      </p:nvGrpSpPr>
      <p:grpSpPr>
        <a:xfrm>
          <a:off x="0" y="0"/>
          <a:ext cx="0" cy="0"/>
          <a:chOff x="0" y="0"/>
          <a:chExt cx="0" cy="0"/>
        </a:xfrm>
      </p:grpSpPr>
      <p:sp>
        <p:nvSpPr>
          <p:cNvPr id="449" name="Google Shape;449;p56"/>
          <p:cNvSpPr/>
          <p:nvPr>
            <p:ph idx="2" type="pic"/>
          </p:nvPr>
        </p:nvSpPr>
        <p:spPr>
          <a:xfrm>
            <a:off x="274950" y="1159275"/>
            <a:ext cx="2096400" cy="3705000"/>
          </a:xfrm>
          <a:prstGeom prst="roundRect">
            <a:avLst>
              <a:gd fmla="val 11005" name="adj"/>
            </a:avLst>
          </a:prstGeom>
          <a:noFill/>
          <a:ln cap="flat" cmpd="sng" w="9525">
            <a:solidFill>
              <a:srgbClr val="000000"/>
            </a:solidFill>
            <a:prstDash val="solid"/>
            <a:round/>
            <a:headEnd len="sm" w="sm" type="none"/>
            <a:tailEnd len="sm" w="sm" type="none"/>
          </a:ln>
        </p:spPr>
      </p:sp>
      <p:sp>
        <p:nvSpPr>
          <p:cNvPr id="450" name="Google Shape;450;p56"/>
          <p:cNvSpPr/>
          <p:nvPr/>
        </p:nvSpPr>
        <p:spPr>
          <a:xfrm>
            <a:off x="2547100" y="284775"/>
            <a:ext cx="6326700" cy="70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451" name="Google Shape;451;p56"/>
          <p:cNvSpPr/>
          <p:nvPr/>
        </p:nvSpPr>
        <p:spPr>
          <a:xfrm>
            <a:off x="2547100" y="1164975"/>
            <a:ext cx="6326700" cy="3693600"/>
          </a:xfrm>
          <a:prstGeom prst="roundRect">
            <a:avLst>
              <a:gd fmla="val 5734"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452" name="Google Shape;452;p56"/>
          <p:cNvSpPr/>
          <p:nvPr/>
        </p:nvSpPr>
        <p:spPr>
          <a:xfrm>
            <a:off x="274950" y="284775"/>
            <a:ext cx="2096400" cy="7044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453" name="Google Shape;453;p56"/>
          <p:cNvSpPr txBox="1"/>
          <p:nvPr/>
        </p:nvSpPr>
        <p:spPr>
          <a:xfrm>
            <a:off x="2840350" y="1414100"/>
            <a:ext cx="5740200" cy="316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sz="1600">
              <a:latin typeface="DM Sans"/>
              <a:ea typeface="DM Sans"/>
              <a:cs typeface="DM Sans"/>
              <a:sym typeface="DM Sans"/>
            </a:endParaRPr>
          </a:p>
        </p:txBody>
      </p:sp>
      <p:sp>
        <p:nvSpPr>
          <p:cNvPr id="454" name="Google Shape;454;p56"/>
          <p:cNvSpPr txBox="1"/>
          <p:nvPr>
            <p:ph idx="1" type="body"/>
          </p:nvPr>
        </p:nvSpPr>
        <p:spPr>
          <a:xfrm>
            <a:off x="2845275" y="1412150"/>
            <a:ext cx="5732400" cy="31668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55" name="Google Shape;455;p56"/>
          <p:cNvSpPr txBox="1"/>
          <p:nvPr>
            <p:ph type="title"/>
          </p:nvPr>
        </p:nvSpPr>
        <p:spPr>
          <a:xfrm>
            <a:off x="254710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456" name="Google Shape;456;p56"/>
          <p:cNvSpPr txBox="1"/>
          <p:nvPr>
            <p:ph idx="3" type="subTitle"/>
          </p:nvPr>
        </p:nvSpPr>
        <p:spPr>
          <a:xfrm>
            <a:off x="274950" y="284775"/>
            <a:ext cx="20964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Page 1 Alt">
  <p:cSld name="CUSTOM_7_1">
    <p:bg>
      <p:bgPr>
        <a:solidFill>
          <a:schemeClr val="dk2"/>
        </a:solidFill>
      </p:bgPr>
    </p:bg>
    <p:spTree>
      <p:nvGrpSpPr>
        <p:cNvPr id="457" name="Shape 457"/>
        <p:cNvGrpSpPr/>
        <p:nvPr/>
      </p:nvGrpSpPr>
      <p:grpSpPr>
        <a:xfrm>
          <a:off x="0" y="0"/>
          <a:ext cx="0" cy="0"/>
          <a:chOff x="0" y="0"/>
          <a:chExt cx="0" cy="0"/>
        </a:xfrm>
      </p:grpSpPr>
      <p:sp>
        <p:nvSpPr>
          <p:cNvPr id="458" name="Google Shape;458;p57"/>
          <p:cNvSpPr/>
          <p:nvPr>
            <p:ph idx="2" type="pic"/>
          </p:nvPr>
        </p:nvSpPr>
        <p:spPr>
          <a:xfrm>
            <a:off x="2547100" y="1159275"/>
            <a:ext cx="6326700" cy="3705000"/>
          </a:xfrm>
          <a:prstGeom prst="roundRect">
            <a:avLst>
              <a:gd fmla="val 6538" name="adj"/>
            </a:avLst>
          </a:prstGeom>
          <a:noFill/>
          <a:ln cap="flat" cmpd="sng" w="9525">
            <a:solidFill>
              <a:srgbClr val="000000"/>
            </a:solidFill>
            <a:prstDash val="solid"/>
            <a:round/>
            <a:headEnd len="sm" w="sm" type="none"/>
            <a:tailEnd len="sm" w="sm" type="none"/>
          </a:ln>
        </p:spPr>
      </p:sp>
      <p:sp>
        <p:nvSpPr>
          <p:cNvPr id="459" name="Google Shape;459;p57"/>
          <p:cNvSpPr txBox="1"/>
          <p:nvPr>
            <p:ph idx="1" type="body"/>
          </p:nvPr>
        </p:nvSpPr>
        <p:spPr>
          <a:xfrm>
            <a:off x="496375" y="1377200"/>
            <a:ext cx="1663800" cy="32508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60" name="Google Shape;460;p57"/>
          <p:cNvSpPr/>
          <p:nvPr/>
        </p:nvSpPr>
        <p:spPr>
          <a:xfrm>
            <a:off x="2547100" y="284775"/>
            <a:ext cx="6326700" cy="70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461" name="Google Shape;461;p57"/>
          <p:cNvSpPr/>
          <p:nvPr/>
        </p:nvSpPr>
        <p:spPr>
          <a:xfrm>
            <a:off x="274950" y="284775"/>
            <a:ext cx="2096400" cy="7044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462" name="Google Shape;462;p57"/>
          <p:cNvSpPr txBox="1"/>
          <p:nvPr>
            <p:ph type="title"/>
          </p:nvPr>
        </p:nvSpPr>
        <p:spPr>
          <a:xfrm>
            <a:off x="254710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463" name="Google Shape;463;p57"/>
          <p:cNvSpPr txBox="1"/>
          <p:nvPr>
            <p:ph idx="3" type="subTitle"/>
          </p:nvPr>
        </p:nvSpPr>
        <p:spPr>
          <a:xfrm>
            <a:off x="274950" y="284775"/>
            <a:ext cx="20964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Page 1 Editable">
  <p:cSld name="CUSTOM_7_1_1">
    <p:bg>
      <p:bgPr>
        <a:solidFill>
          <a:schemeClr val="dk2"/>
        </a:solidFill>
      </p:bgPr>
    </p:bg>
    <p:spTree>
      <p:nvGrpSpPr>
        <p:cNvPr id="464" name="Shape 464"/>
        <p:cNvGrpSpPr/>
        <p:nvPr/>
      </p:nvGrpSpPr>
      <p:grpSpPr>
        <a:xfrm>
          <a:off x="0" y="0"/>
          <a:ext cx="0" cy="0"/>
          <a:chOff x="0" y="0"/>
          <a:chExt cx="0" cy="0"/>
        </a:xfrm>
      </p:grpSpPr>
      <p:sp>
        <p:nvSpPr>
          <p:cNvPr id="465" name="Google Shape;465;p58"/>
          <p:cNvSpPr/>
          <p:nvPr>
            <p:ph idx="2" type="pic"/>
          </p:nvPr>
        </p:nvSpPr>
        <p:spPr>
          <a:xfrm>
            <a:off x="4672600" y="1159275"/>
            <a:ext cx="4201200" cy="3705000"/>
          </a:xfrm>
          <a:prstGeom prst="roundRect">
            <a:avLst>
              <a:gd fmla="val 6294" name="adj"/>
            </a:avLst>
          </a:prstGeom>
          <a:noFill/>
          <a:ln cap="flat" cmpd="sng" w="9525">
            <a:solidFill>
              <a:srgbClr val="000000"/>
            </a:solidFill>
            <a:prstDash val="solid"/>
            <a:round/>
            <a:headEnd len="sm" w="sm" type="none"/>
            <a:tailEnd len="sm" w="sm" type="none"/>
          </a:ln>
        </p:spPr>
      </p:sp>
      <p:sp>
        <p:nvSpPr>
          <p:cNvPr id="466" name="Google Shape;466;p58"/>
          <p:cNvSpPr txBox="1"/>
          <p:nvPr>
            <p:ph idx="1" type="body"/>
          </p:nvPr>
        </p:nvSpPr>
        <p:spPr>
          <a:xfrm>
            <a:off x="496375" y="1377200"/>
            <a:ext cx="3772800" cy="32508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67" name="Google Shape;467;p58"/>
          <p:cNvSpPr/>
          <p:nvPr/>
        </p:nvSpPr>
        <p:spPr>
          <a:xfrm>
            <a:off x="2547100" y="284775"/>
            <a:ext cx="6326700" cy="70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468" name="Google Shape;468;p58"/>
          <p:cNvSpPr/>
          <p:nvPr/>
        </p:nvSpPr>
        <p:spPr>
          <a:xfrm>
            <a:off x="274950" y="284775"/>
            <a:ext cx="2096400" cy="7044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469" name="Google Shape;469;p58"/>
          <p:cNvSpPr txBox="1"/>
          <p:nvPr>
            <p:ph type="title"/>
          </p:nvPr>
        </p:nvSpPr>
        <p:spPr>
          <a:xfrm>
            <a:off x="254710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470" name="Google Shape;470;p58"/>
          <p:cNvSpPr txBox="1"/>
          <p:nvPr>
            <p:ph idx="3" type="subTitle"/>
          </p:nvPr>
        </p:nvSpPr>
        <p:spPr>
          <a:xfrm>
            <a:off x="274950" y="284775"/>
            <a:ext cx="20964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Page 2">
  <p:cSld name="CUSTOM_8">
    <p:bg>
      <p:bgPr>
        <a:solidFill>
          <a:schemeClr val="lt2"/>
        </a:solidFill>
      </p:bgPr>
    </p:bg>
    <p:spTree>
      <p:nvGrpSpPr>
        <p:cNvPr id="471" name="Shape 471"/>
        <p:cNvGrpSpPr/>
        <p:nvPr/>
      </p:nvGrpSpPr>
      <p:grpSpPr>
        <a:xfrm>
          <a:off x="0" y="0"/>
          <a:ext cx="0" cy="0"/>
          <a:chOff x="0" y="0"/>
          <a:chExt cx="0" cy="0"/>
        </a:xfrm>
      </p:grpSpPr>
      <p:sp>
        <p:nvSpPr>
          <p:cNvPr id="472" name="Google Shape;472;p59"/>
          <p:cNvSpPr/>
          <p:nvPr>
            <p:ph idx="2" type="pic"/>
          </p:nvPr>
        </p:nvSpPr>
        <p:spPr>
          <a:xfrm>
            <a:off x="6777400" y="1159275"/>
            <a:ext cx="2096400" cy="3705000"/>
          </a:xfrm>
          <a:prstGeom prst="roundRect">
            <a:avLst>
              <a:gd fmla="val 11005" name="adj"/>
            </a:avLst>
          </a:prstGeom>
          <a:noFill/>
          <a:ln cap="flat" cmpd="sng" w="9525">
            <a:solidFill>
              <a:srgbClr val="000000"/>
            </a:solidFill>
            <a:prstDash val="solid"/>
            <a:round/>
            <a:headEnd len="sm" w="sm" type="none"/>
            <a:tailEnd len="sm" w="sm" type="none"/>
          </a:ln>
        </p:spPr>
      </p:sp>
      <p:sp>
        <p:nvSpPr>
          <p:cNvPr id="473" name="Google Shape;473;p59"/>
          <p:cNvSpPr/>
          <p:nvPr/>
        </p:nvSpPr>
        <p:spPr>
          <a:xfrm>
            <a:off x="274950" y="1164975"/>
            <a:ext cx="6326700" cy="36936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474" name="Google Shape;474;p59"/>
          <p:cNvSpPr txBox="1"/>
          <p:nvPr>
            <p:ph idx="1" type="body"/>
          </p:nvPr>
        </p:nvSpPr>
        <p:spPr>
          <a:xfrm>
            <a:off x="545275" y="1321275"/>
            <a:ext cx="5795400" cy="3306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75" name="Google Shape;475;p59"/>
          <p:cNvSpPr/>
          <p:nvPr/>
        </p:nvSpPr>
        <p:spPr>
          <a:xfrm>
            <a:off x="274950" y="284775"/>
            <a:ext cx="6326700" cy="70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476" name="Google Shape;476;p59"/>
          <p:cNvSpPr/>
          <p:nvPr/>
        </p:nvSpPr>
        <p:spPr>
          <a:xfrm>
            <a:off x="6777400" y="284775"/>
            <a:ext cx="2096400" cy="7044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477" name="Google Shape;477;p59"/>
          <p:cNvSpPr txBox="1"/>
          <p:nvPr>
            <p:ph type="title"/>
          </p:nvPr>
        </p:nvSpPr>
        <p:spPr>
          <a:xfrm>
            <a:off x="27495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478" name="Google Shape;478;p59"/>
          <p:cNvSpPr txBox="1"/>
          <p:nvPr>
            <p:ph idx="3" type="subTitle"/>
          </p:nvPr>
        </p:nvSpPr>
        <p:spPr>
          <a:xfrm>
            <a:off x="6777400" y="284775"/>
            <a:ext cx="20964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Page 3">
  <p:cSld name="CUSTOM_9">
    <p:spTree>
      <p:nvGrpSpPr>
        <p:cNvPr id="479" name="Shape 479"/>
        <p:cNvGrpSpPr/>
        <p:nvPr/>
      </p:nvGrpSpPr>
      <p:grpSpPr>
        <a:xfrm>
          <a:off x="0" y="0"/>
          <a:ext cx="0" cy="0"/>
          <a:chOff x="0" y="0"/>
          <a:chExt cx="0" cy="0"/>
        </a:xfrm>
      </p:grpSpPr>
      <p:sp>
        <p:nvSpPr>
          <p:cNvPr id="480" name="Google Shape;480;p60"/>
          <p:cNvSpPr/>
          <p:nvPr>
            <p:ph idx="2" type="pic"/>
          </p:nvPr>
        </p:nvSpPr>
        <p:spPr>
          <a:xfrm>
            <a:off x="274950" y="284775"/>
            <a:ext cx="2096400" cy="3705000"/>
          </a:xfrm>
          <a:prstGeom prst="roundRect">
            <a:avLst>
              <a:gd fmla="val 11005" name="adj"/>
            </a:avLst>
          </a:prstGeom>
          <a:noFill/>
          <a:ln cap="flat" cmpd="sng" w="9525">
            <a:solidFill>
              <a:srgbClr val="000000"/>
            </a:solidFill>
            <a:prstDash val="solid"/>
            <a:round/>
            <a:headEnd len="sm" w="sm" type="none"/>
            <a:tailEnd len="sm" w="sm" type="none"/>
          </a:ln>
        </p:spPr>
      </p:sp>
      <p:sp>
        <p:nvSpPr>
          <p:cNvPr id="481" name="Google Shape;481;p60"/>
          <p:cNvSpPr/>
          <p:nvPr/>
        </p:nvSpPr>
        <p:spPr>
          <a:xfrm>
            <a:off x="2547100" y="1164975"/>
            <a:ext cx="6326700" cy="3693600"/>
          </a:xfrm>
          <a:prstGeom prst="roundRect">
            <a:avLst>
              <a:gd fmla="val 5734"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482" name="Google Shape;482;p60"/>
          <p:cNvSpPr txBox="1"/>
          <p:nvPr>
            <p:ph idx="1" type="body"/>
          </p:nvPr>
        </p:nvSpPr>
        <p:spPr>
          <a:xfrm>
            <a:off x="2819407" y="1323219"/>
            <a:ext cx="5795400" cy="3306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83" name="Google Shape;483;p60"/>
          <p:cNvSpPr/>
          <p:nvPr/>
        </p:nvSpPr>
        <p:spPr>
          <a:xfrm>
            <a:off x="2547100" y="284775"/>
            <a:ext cx="6326700" cy="70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484" name="Google Shape;484;p60"/>
          <p:cNvSpPr/>
          <p:nvPr/>
        </p:nvSpPr>
        <p:spPr>
          <a:xfrm>
            <a:off x="274950" y="4154175"/>
            <a:ext cx="2096400" cy="7044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485" name="Google Shape;485;p60"/>
          <p:cNvSpPr txBox="1"/>
          <p:nvPr>
            <p:ph type="title"/>
          </p:nvPr>
        </p:nvSpPr>
        <p:spPr>
          <a:xfrm>
            <a:off x="254710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486" name="Google Shape;486;p60"/>
          <p:cNvSpPr txBox="1"/>
          <p:nvPr>
            <p:ph idx="3" type="subTitle"/>
          </p:nvPr>
        </p:nvSpPr>
        <p:spPr>
          <a:xfrm>
            <a:off x="274950" y="4154175"/>
            <a:ext cx="20964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Page 4">
  <p:cSld name="CUSTOM_10">
    <p:bg>
      <p:bgPr>
        <a:solidFill>
          <a:schemeClr val="accent2"/>
        </a:solidFill>
      </p:bgPr>
    </p:bg>
    <p:spTree>
      <p:nvGrpSpPr>
        <p:cNvPr id="487" name="Shape 487"/>
        <p:cNvGrpSpPr/>
        <p:nvPr/>
      </p:nvGrpSpPr>
      <p:grpSpPr>
        <a:xfrm>
          <a:off x="0" y="0"/>
          <a:ext cx="0" cy="0"/>
          <a:chOff x="0" y="0"/>
          <a:chExt cx="0" cy="0"/>
        </a:xfrm>
      </p:grpSpPr>
      <p:sp>
        <p:nvSpPr>
          <p:cNvPr id="488" name="Google Shape;488;p61"/>
          <p:cNvSpPr/>
          <p:nvPr/>
        </p:nvSpPr>
        <p:spPr>
          <a:xfrm>
            <a:off x="274950" y="1164975"/>
            <a:ext cx="6326700" cy="3693600"/>
          </a:xfrm>
          <a:prstGeom prst="roundRect">
            <a:avLst>
              <a:gd fmla="val 5734"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489" name="Google Shape;489;p61"/>
          <p:cNvSpPr txBox="1"/>
          <p:nvPr>
            <p:ph idx="1" type="body"/>
          </p:nvPr>
        </p:nvSpPr>
        <p:spPr>
          <a:xfrm>
            <a:off x="559275" y="1335950"/>
            <a:ext cx="5760300" cy="31809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90" name="Google Shape;490;p61"/>
          <p:cNvSpPr/>
          <p:nvPr>
            <p:ph idx="2" type="pic"/>
          </p:nvPr>
        </p:nvSpPr>
        <p:spPr>
          <a:xfrm>
            <a:off x="6777400" y="284775"/>
            <a:ext cx="2096400" cy="3705000"/>
          </a:xfrm>
          <a:prstGeom prst="roundRect">
            <a:avLst>
              <a:gd fmla="val 11005" name="adj"/>
            </a:avLst>
          </a:prstGeom>
          <a:noFill/>
          <a:ln cap="flat" cmpd="sng" w="9525">
            <a:solidFill>
              <a:srgbClr val="000000"/>
            </a:solidFill>
            <a:prstDash val="solid"/>
            <a:round/>
            <a:headEnd len="sm" w="sm" type="none"/>
            <a:tailEnd len="sm" w="sm" type="none"/>
          </a:ln>
        </p:spPr>
      </p:sp>
      <p:sp>
        <p:nvSpPr>
          <p:cNvPr id="491" name="Google Shape;491;p61"/>
          <p:cNvSpPr/>
          <p:nvPr/>
        </p:nvSpPr>
        <p:spPr>
          <a:xfrm>
            <a:off x="274950" y="284775"/>
            <a:ext cx="6326700" cy="704400"/>
          </a:xfrm>
          <a:prstGeom prst="roundRect">
            <a:avLst>
              <a:gd fmla="val 25275"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492" name="Google Shape;492;p61"/>
          <p:cNvSpPr/>
          <p:nvPr/>
        </p:nvSpPr>
        <p:spPr>
          <a:xfrm>
            <a:off x="6777400" y="4154175"/>
            <a:ext cx="2096400" cy="7044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493" name="Google Shape;493;p61"/>
          <p:cNvSpPr txBox="1"/>
          <p:nvPr>
            <p:ph type="title"/>
          </p:nvPr>
        </p:nvSpPr>
        <p:spPr>
          <a:xfrm>
            <a:off x="27495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494" name="Google Shape;494;p61"/>
          <p:cNvSpPr txBox="1"/>
          <p:nvPr>
            <p:ph idx="3" type="subTitle"/>
          </p:nvPr>
        </p:nvSpPr>
        <p:spPr>
          <a:xfrm>
            <a:off x="6777400" y="4154175"/>
            <a:ext cx="20964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1">
    <p:bg>
      <p:bgPr>
        <a:solidFill>
          <a:schemeClr val="dk2"/>
        </a:solidFill>
      </p:bgPr>
    </p:bg>
    <p:spTree>
      <p:nvGrpSpPr>
        <p:cNvPr id="495" name="Shape 495"/>
        <p:cNvGrpSpPr/>
        <p:nvPr/>
      </p:nvGrpSpPr>
      <p:grpSpPr>
        <a:xfrm>
          <a:off x="0" y="0"/>
          <a:ext cx="0" cy="0"/>
          <a:chOff x="0" y="0"/>
          <a:chExt cx="0" cy="0"/>
        </a:xfrm>
      </p:grpSpPr>
      <p:sp>
        <p:nvSpPr>
          <p:cNvPr id="496" name="Google Shape;496;p62"/>
          <p:cNvSpPr/>
          <p:nvPr/>
        </p:nvSpPr>
        <p:spPr>
          <a:xfrm>
            <a:off x="4672650" y="1348125"/>
            <a:ext cx="4201200" cy="3510600"/>
          </a:xfrm>
          <a:prstGeom prst="roundRect">
            <a:avLst>
              <a:gd fmla="val 5734"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497" name="Google Shape;497;p62"/>
          <p:cNvSpPr txBox="1"/>
          <p:nvPr>
            <p:ph idx="1" type="body"/>
          </p:nvPr>
        </p:nvSpPr>
        <p:spPr>
          <a:xfrm>
            <a:off x="4901050" y="1503725"/>
            <a:ext cx="3768000" cy="30132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98" name="Google Shape;498;p62"/>
          <p:cNvSpPr/>
          <p:nvPr/>
        </p:nvSpPr>
        <p:spPr>
          <a:xfrm>
            <a:off x="274950" y="1348125"/>
            <a:ext cx="4201200" cy="35106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499" name="Google Shape;499;p62"/>
          <p:cNvSpPr txBox="1"/>
          <p:nvPr>
            <p:ph idx="2" type="body"/>
          </p:nvPr>
        </p:nvSpPr>
        <p:spPr>
          <a:xfrm>
            <a:off x="503350" y="1503725"/>
            <a:ext cx="3768000" cy="30132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500" name="Google Shape;500;p62"/>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501" name="Google Shape;501;p62"/>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Page 6">
  <p:cSld name="CUSTOM_12">
    <p:bg>
      <p:bgPr>
        <a:solidFill>
          <a:schemeClr val="lt2"/>
        </a:solidFill>
      </p:bgPr>
    </p:bg>
    <p:spTree>
      <p:nvGrpSpPr>
        <p:cNvPr id="502" name="Shape 502"/>
        <p:cNvGrpSpPr/>
        <p:nvPr/>
      </p:nvGrpSpPr>
      <p:grpSpPr>
        <a:xfrm>
          <a:off x="0" y="0"/>
          <a:ext cx="0" cy="0"/>
          <a:chOff x="0" y="0"/>
          <a:chExt cx="0" cy="0"/>
        </a:xfrm>
      </p:grpSpPr>
      <p:sp>
        <p:nvSpPr>
          <p:cNvPr id="503" name="Google Shape;503;p63"/>
          <p:cNvSpPr/>
          <p:nvPr/>
        </p:nvSpPr>
        <p:spPr>
          <a:xfrm>
            <a:off x="4672650" y="1348125"/>
            <a:ext cx="4201200" cy="3510600"/>
          </a:xfrm>
          <a:prstGeom prst="roundRect">
            <a:avLst>
              <a:gd fmla="val 5734"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504" name="Google Shape;504;p63"/>
          <p:cNvSpPr txBox="1"/>
          <p:nvPr>
            <p:ph idx="1" type="body"/>
          </p:nvPr>
        </p:nvSpPr>
        <p:spPr>
          <a:xfrm>
            <a:off x="4889250" y="1503725"/>
            <a:ext cx="3768000" cy="30132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505" name="Google Shape;505;p63"/>
          <p:cNvSpPr/>
          <p:nvPr>
            <p:ph idx="2" type="pic"/>
          </p:nvPr>
        </p:nvSpPr>
        <p:spPr>
          <a:xfrm>
            <a:off x="274950" y="1352225"/>
            <a:ext cx="4201200" cy="3510600"/>
          </a:xfrm>
          <a:prstGeom prst="roundRect">
            <a:avLst>
              <a:gd fmla="val 5298" name="adj"/>
            </a:avLst>
          </a:prstGeom>
          <a:noFill/>
          <a:ln cap="flat" cmpd="sng" w="9525">
            <a:solidFill>
              <a:srgbClr val="000000"/>
            </a:solidFill>
            <a:prstDash val="solid"/>
            <a:round/>
            <a:headEnd len="sm" w="sm" type="none"/>
            <a:tailEnd len="sm" w="sm" type="none"/>
          </a:ln>
        </p:spPr>
      </p:sp>
      <p:sp>
        <p:nvSpPr>
          <p:cNvPr id="506" name="Google Shape;506;p63"/>
          <p:cNvSpPr/>
          <p:nvPr/>
        </p:nvSpPr>
        <p:spPr>
          <a:xfrm>
            <a:off x="274950" y="284775"/>
            <a:ext cx="8598900" cy="85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507" name="Google Shape;507;p63"/>
          <p:cNvSpPr/>
          <p:nvPr/>
        </p:nvSpPr>
        <p:spPr>
          <a:xfrm>
            <a:off x="7318600" y="109825"/>
            <a:ext cx="1705500" cy="3957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100"/>
          </a:p>
        </p:txBody>
      </p:sp>
      <p:sp>
        <p:nvSpPr>
          <p:cNvPr id="508" name="Google Shape;508;p63"/>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509" name="Google Shape;509;p63"/>
          <p:cNvSpPr txBox="1"/>
          <p:nvPr>
            <p:ph idx="3" type="subTitle"/>
          </p:nvPr>
        </p:nvSpPr>
        <p:spPr>
          <a:xfrm>
            <a:off x="7318600" y="109825"/>
            <a:ext cx="1705500" cy="39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Della Respira"/>
              <a:buNone/>
              <a:defRPr b="1" sz="11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Slide">
  <p:cSld name="CUSTOM_13">
    <p:bg>
      <p:bgPr>
        <a:solidFill>
          <a:schemeClr val="dk2"/>
        </a:solidFill>
      </p:bgPr>
    </p:bg>
    <p:spTree>
      <p:nvGrpSpPr>
        <p:cNvPr id="510" name="Shape 510"/>
        <p:cNvGrpSpPr/>
        <p:nvPr/>
      </p:nvGrpSpPr>
      <p:grpSpPr>
        <a:xfrm>
          <a:off x="0" y="0"/>
          <a:ext cx="0" cy="0"/>
          <a:chOff x="0" y="0"/>
          <a:chExt cx="0" cy="0"/>
        </a:xfrm>
      </p:grpSpPr>
      <p:sp>
        <p:nvSpPr>
          <p:cNvPr id="511" name="Google Shape;511;p64"/>
          <p:cNvSpPr/>
          <p:nvPr>
            <p:ph idx="2" type="pic"/>
          </p:nvPr>
        </p:nvSpPr>
        <p:spPr>
          <a:xfrm>
            <a:off x="6777400" y="1352225"/>
            <a:ext cx="2096400" cy="3510600"/>
          </a:xfrm>
          <a:prstGeom prst="roundRect">
            <a:avLst>
              <a:gd fmla="val 9180" name="adj"/>
            </a:avLst>
          </a:prstGeom>
          <a:noFill/>
          <a:ln cap="flat" cmpd="sng" w="9525">
            <a:solidFill>
              <a:srgbClr val="000000"/>
            </a:solidFill>
            <a:prstDash val="solid"/>
            <a:round/>
            <a:headEnd len="sm" w="sm" type="none"/>
            <a:tailEnd len="sm" w="sm" type="none"/>
          </a:ln>
        </p:spPr>
      </p:sp>
      <p:sp>
        <p:nvSpPr>
          <p:cNvPr id="512" name="Google Shape;512;p64"/>
          <p:cNvSpPr/>
          <p:nvPr/>
        </p:nvSpPr>
        <p:spPr>
          <a:xfrm>
            <a:off x="274950" y="1348125"/>
            <a:ext cx="6285900" cy="3510600"/>
          </a:xfrm>
          <a:prstGeom prst="roundRect">
            <a:avLst>
              <a:gd fmla="val 5734"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513" name="Google Shape;513;p64"/>
          <p:cNvSpPr txBox="1"/>
          <p:nvPr>
            <p:ph idx="1" type="body"/>
          </p:nvPr>
        </p:nvSpPr>
        <p:spPr>
          <a:xfrm>
            <a:off x="494800" y="1503725"/>
            <a:ext cx="5837700" cy="30132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514" name="Google Shape;514;p64"/>
          <p:cNvSpPr/>
          <p:nvPr/>
        </p:nvSpPr>
        <p:spPr>
          <a:xfrm>
            <a:off x="274950" y="284775"/>
            <a:ext cx="8598900" cy="85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515" name="Google Shape;515;p64"/>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Slide 2">
  <p:cSld name="CUSTOM_14">
    <p:bg>
      <p:bgPr>
        <a:solidFill>
          <a:schemeClr val="lt2"/>
        </a:solidFill>
      </p:bgPr>
    </p:bg>
    <p:spTree>
      <p:nvGrpSpPr>
        <p:cNvPr id="516" name="Shape 516"/>
        <p:cNvGrpSpPr/>
        <p:nvPr/>
      </p:nvGrpSpPr>
      <p:grpSpPr>
        <a:xfrm>
          <a:off x="0" y="0"/>
          <a:ext cx="0" cy="0"/>
          <a:chOff x="0" y="0"/>
          <a:chExt cx="0" cy="0"/>
        </a:xfrm>
      </p:grpSpPr>
      <p:sp>
        <p:nvSpPr>
          <p:cNvPr id="517" name="Google Shape;517;p65"/>
          <p:cNvSpPr/>
          <p:nvPr/>
        </p:nvSpPr>
        <p:spPr>
          <a:xfrm>
            <a:off x="274950" y="284775"/>
            <a:ext cx="8598900" cy="854400"/>
          </a:xfrm>
          <a:prstGeom prst="roundRect">
            <a:avLst>
              <a:gd fmla="val 25275"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518" name="Google Shape;518;p65"/>
          <p:cNvSpPr/>
          <p:nvPr/>
        </p:nvSpPr>
        <p:spPr>
          <a:xfrm>
            <a:off x="1134750" y="4315525"/>
            <a:ext cx="5434200" cy="5433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182875" spcFirstLastPara="1" rIns="182875" wrap="square" tIns="91425">
            <a:noAutofit/>
          </a:bodyPr>
          <a:lstStyle/>
          <a:p>
            <a:pPr indent="0" lvl="0" marL="0" rtl="0" algn="ctr">
              <a:spcBef>
                <a:spcPts val="0"/>
              </a:spcBef>
              <a:spcAft>
                <a:spcPts val="0"/>
              </a:spcAft>
              <a:buClr>
                <a:schemeClr val="dk1"/>
              </a:buClr>
              <a:buSzPts val="1100"/>
              <a:buNone/>
            </a:pPr>
            <a:r>
              <a:t/>
            </a:r>
            <a:endParaRPr sz="1600">
              <a:latin typeface="DM Sans Light"/>
              <a:ea typeface="DM Sans Light"/>
              <a:cs typeface="DM Sans Light"/>
              <a:sym typeface="DM Sans Light"/>
            </a:endParaRPr>
          </a:p>
        </p:txBody>
      </p:sp>
      <p:sp>
        <p:nvSpPr>
          <p:cNvPr id="519" name="Google Shape;519;p65"/>
          <p:cNvSpPr/>
          <p:nvPr/>
        </p:nvSpPr>
        <p:spPr>
          <a:xfrm>
            <a:off x="274950" y="1348075"/>
            <a:ext cx="6693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ctr">
              <a:lnSpc>
                <a:spcPct val="90000"/>
              </a:lnSpc>
              <a:spcBef>
                <a:spcPts val="0"/>
              </a:spcBef>
              <a:spcAft>
                <a:spcPts val="0"/>
              </a:spcAft>
              <a:buClr>
                <a:schemeClr val="dk1"/>
              </a:buClr>
              <a:buSzPts val="1100"/>
              <a:buNone/>
            </a:pPr>
            <a:r>
              <a:t/>
            </a:r>
            <a:endParaRPr sz="100"/>
          </a:p>
        </p:txBody>
      </p:sp>
      <p:sp>
        <p:nvSpPr>
          <p:cNvPr id="520" name="Google Shape;520;p65"/>
          <p:cNvSpPr/>
          <p:nvPr/>
        </p:nvSpPr>
        <p:spPr>
          <a:xfrm>
            <a:off x="274950" y="2837025"/>
            <a:ext cx="6693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ctr">
              <a:lnSpc>
                <a:spcPct val="90000"/>
              </a:lnSpc>
              <a:spcBef>
                <a:spcPts val="0"/>
              </a:spcBef>
              <a:spcAft>
                <a:spcPts val="0"/>
              </a:spcAft>
              <a:buNone/>
            </a:pPr>
            <a:r>
              <a:t/>
            </a:r>
            <a:endParaRPr sz="100"/>
          </a:p>
        </p:txBody>
      </p:sp>
      <p:sp>
        <p:nvSpPr>
          <p:cNvPr id="521" name="Google Shape;521;p65"/>
          <p:cNvSpPr/>
          <p:nvPr/>
        </p:nvSpPr>
        <p:spPr>
          <a:xfrm>
            <a:off x="274950" y="4310325"/>
            <a:ext cx="6693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ctr">
              <a:lnSpc>
                <a:spcPct val="90000"/>
              </a:lnSpc>
              <a:spcBef>
                <a:spcPts val="0"/>
              </a:spcBef>
              <a:spcAft>
                <a:spcPts val="0"/>
              </a:spcAft>
              <a:buNone/>
            </a:pPr>
            <a:r>
              <a:t/>
            </a:r>
            <a:endParaRPr sz="100"/>
          </a:p>
        </p:txBody>
      </p:sp>
      <p:sp>
        <p:nvSpPr>
          <p:cNvPr id="522" name="Google Shape;522;p65"/>
          <p:cNvSpPr/>
          <p:nvPr/>
        </p:nvSpPr>
        <p:spPr>
          <a:xfrm>
            <a:off x="1134750" y="1338000"/>
            <a:ext cx="5434200" cy="1300200"/>
          </a:xfrm>
          <a:prstGeom prst="roundRect">
            <a:avLst>
              <a:gd fmla="val 16928" name="adj"/>
            </a:avLst>
          </a:prstGeom>
          <a:solidFill>
            <a:schemeClr val="dk2"/>
          </a:solidFill>
          <a:ln cap="flat" cmpd="sng" w="9525">
            <a:solidFill>
              <a:schemeClr val="dk1"/>
            </a:solidFill>
            <a:prstDash val="solid"/>
            <a:round/>
            <a:headEnd len="sm" w="sm" type="none"/>
            <a:tailEnd len="sm" w="sm" type="none"/>
          </a:ln>
        </p:spPr>
        <p:txBody>
          <a:bodyPr anchorCtr="0" anchor="ctr" bIns="91425" lIns="182875" spcFirstLastPara="1" rIns="182875" wrap="square" tIns="91425">
            <a:noAutofit/>
          </a:bodyPr>
          <a:lstStyle/>
          <a:p>
            <a:pPr indent="0" lvl="0" marL="0" rtl="0" algn="ctr">
              <a:spcBef>
                <a:spcPts val="0"/>
              </a:spcBef>
              <a:spcAft>
                <a:spcPts val="0"/>
              </a:spcAft>
              <a:buClr>
                <a:schemeClr val="dk1"/>
              </a:buClr>
              <a:buSzPts val="1100"/>
              <a:buNone/>
            </a:pPr>
            <a:r>
              <a:t/>
            </a:r>
            <a:endParaRPr sz="1600">
              <a:solidFill>
                <a:schemeClr val="dk1"/>
              </a:solidFill>
              <a:latin typeface="DM Sans Light"/>
              <a:ea typeface="DM Sans Light"/>
              <a:cs typeface="DM Sans Light"/>
              <a:sym typeface="DM Sans Light"/>
            </a:endParaRPr>
          </a:p>
        </p:txBody>
      </p:sp>
      <p:sp>
        <p:nvSpPr>
          <p:cNvPr id="523" name="Google Shape;523;p65"/>
          <p:cNvSpPr/>
          <p:nvPr/>
        </p:nvSpPr>
        <p:spPr>
          <a:xfrm>
            <a:off x="1134750" y="2826762"/>
            <a:ext cx="5434200" cy="1300200"/>
          </a:xfrm>
          <a:prstGeom prst="roundRect">
            <a:avLst>
              <a:gd fmla="val 16928" name="adj"/>
            </a:avLst>
          </a:prstGeom>
          <a:solidFill>
            <a:schemeClr val="dk2"/>
          </a:solidFill>
          <a:ln cap="flat" cmpd="sng" w="9525">
            <a:solidFill>
              <a:schemeClr val="dk1"/>
            </a:solidFill>
            <a:prstDash val="solid"/>
            <a:round/>
            <a:headEnd len="sm" w="sm" type="none"/>
            <a:tailEnd len="sm" w="sm" type="none"/>
          </a:ln>
        </p:spPr>
        <p:txBody>
          <a:bodyPr anchorCtr="0" anchor="ctr" bIns="91425" lIns="182875" spcFirstLastPara="1" rIns="182875" wrap="square" tIns="91425">
            <a:noAutofit/>
          </a:bodyPr>
          <a:lstStyle/>
          <a:p>
            <a:pPr indent="0" lvl="0" marL="0" rtl="0" algn="ctr">
              <a:spcBef>
                <a:spcPts val="0"/>
              </a:spcBef>
              <a:spcAft>
                <a:spcPts val="0"/>
              </a:spcAft>
              <a:buNone/>
            </a:pPr>
            <a:r>
              <a:t/>
            </a:r>
            <a:endParaRPr sz="1600">
              <a:solidFill>
                <a:schemeClr val="dk1"/>
              </a:solidFill>
              <a:latin typeface="DM Sans Light"/>
              <a:ea typeface="DM Sans Light"/>
              <a:cs typeface="DM Sans Light"/>
              <a:sym typeface="DM Sans Light"/>
            </a:endParaRPr>
          </a:p>
        </p:txBody>
      </p:sp>
      <p:sp>
        <p:nvSpPr>
          <p:cNvPr id="524" name="Google Shape;524;p65"/>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525" name="Google Shape;525;p65"/>
          <p:cNvSpPr txBox="1"/>
          <p:nvPr>
            <p:ph idx="1" type="subTitle"/>
          </p:nvPr>
        </p:nvSpPr>
        <p:spPr>
          <a:xfrm flipH="1">
            <a:off x="-172350" y="1348072"/>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
        <p:nvSpPr>
          <p:cNvPr id="526" name="Google Shape;526;p65"/>
          <p:cNvSpPr txBox="1"/>
          <p:nvPr>
            <p:ph idx="2" type="subTitle"/>
          </p:nvPr>
        </p:nvSpPr>
        <p:spPr>
          <a:xfrm flipH="1">
            <a:off x="-172350" y="2829197"/>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
        <p:nvSpPr>
          <p:cNvPr id="527" name="Google Shape;527;p65"/>
          <p:cNvSpPr txBox="1"/>
          <p:nvPr>
            <p:ph idx="3" type="subTitle"/>
          </p:nvPr>
        </p:nvSpPr>
        <p:spPr>
          <a:xfrm flipH="1">
            <a:off x="-172350" y="4315497"/>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
        <p:nvSpPr>
          <p:cNvPr id="528" name="Google Shape;528;p65"/>
          <p:cNvSpPr txBox="1"/>
          <p:nvPr>
            <p:ph idx="4" type="body"/>
          </p:nvPr>
        </p:nvSpPr>
        <p:spPr>
          <a:xfrm>
            <a:off x="1134750" y="1348075"/>
            <a:ext cx="5434200" cy="130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sp>
        <p:nvSpPr>
          <p:cNvPr id="529" name="Google Shape;529;p65"/>
          <p:cNvSpPr txBox="1"/>
          <p:nvPr>
            <p:ph idx="5" type="body"/>
          </p:nvPr>
        </p:nvSpPr>
        <p:spPr>
          <a:xfrm>
            <a:off x="1134750" y="2831788"/>
            <a:ext cx="5434200" cy="130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sp>
        <p:nvSpPr>
          <p:cNvPr id="530" name="Google Shape;530;p65"/>
          <p:cNvSpPr txBox="1"/>
          <p:nvPr>
            <p:ph idx="6" type="body"/>
          </p:nvPr>
        </p:nvSpPr>
        <p:spPr>
          <a:xfrm>
            <a:off x="1134750" y="4310313"/>
            <a:ext cx="5434200" cy="5433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sp>
        <p:nvSpPr>
          <p:cNvPr id="531" name="Google Shape;531;p65"/>
          <p:cNvSpPr/>
          <p:nvPr>
            <p:ph idx="7" type="pic"/>
          </p:nvPr>
        </p:nvSpPr>
        <p:spPr>
          <a:xfrm>
            <a:off x="6777400" y="1352225"/>
            <a:ext cx="2096400" cy="3510600"/>
          </a:xfrm>
          <a:prstGeom prst="roundRect">
            <a:avLst>
              <a:gd fmla="val 9180" name="adj"/>
            </a:avLst>
          </a:prstGeom>
          <a:noFill/>
          <a:ln cap="flat" cmpd="sng" w="9525">
            <a:solidFill>
              <a:srgbClr val="000000"/>
            </a:solidFill>
            <a:prstDash val="solid"/>
            <a:round/>
            <a:headEnd len="sm" w="sm" type="none"/>
            <a:tailEnd len="sm" w="sm" type="none"/>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Cover">
  <p:cSld name="CUSTOM_15">
    <p:bg>
      <p:bgPr>
        <a:solidFill>
          <a:schemeClr val="dk2"/>
        </a:solidFill>
      </p:bgPr>
    </p:bg>
    <p:spTree>
      <p:nvGrpSpPr>
        <p:cNvPr id="532" name="Shape 532"/>
        <p:cNvGrpSpPr/>
        <p:nvPr/>
      </p:nvGrpSpPr>
      <p:grpSpPr>
        <a:xfrm>
          <a:off x="0" y="0"/>
          <a:ext cx="0" cy="0"/>
          <a:chOff x="0" y="0"/>
          <a:chExt cx="0" cy="0"/>
        </a:xfrm>
      </p:grpSpPr>
      <p:sp>
        <p:nvSpPr>
          <p:cNvPr id="533" name="Google Shape;533;p66"/>
          <p:cNvSpPr/>
          <p:nvPr>
            <p:ph idx="2" type="pic"/>
          </p:nvPr>
        </p:nvSpPr>
        <p:spPr>
          <a:xfrm>
            <a:off x="274950" y="284975"/>
            <a:ext cx="8598900" cy="1623300"/>
          </a:xfrm>
          <a:prstGeom prst="roundRect">
            <a:avLst>
              <a:gd fmla="val 14452" name="adj"/>
            </a:avLst>
          </a:prstGeom>
          <a:noFill/>
          <a:ln cap="flat" cmpd="sng" w="9525">
            <a:solidFill>
              <a:srgbClr val="000000"/>
            </a:solidFill>
            <a:prstDash val="solid"/>
            <a:round/>
            <a:headEnd len="sm" w="sm" type="none"/>
            <a:tailEnd len="sm" w="sm" type="none"/>
          </a:ln>
        </p:spPr>
      </p:sp>
      <p:sp>
        <p:nvSpPr>
          <p:cNvPr id="534" name="Google Shape;534;p66"/>
          <p:cNvSpPr/>
          <p:nvPr>
            <p:ph idx="3" type="pic"/>
          </p:nvPr>
        </p:nvSpPr>
        <p:spPr>
          <a:xfrm>
            <a:off x="274950" y="3235225"/>
            <a:ext cx="8598900" cy="1623300"/>
          </a:xfrm>
          <a:prstGeom prst="roundRect">
            <a:avLst>
              <a:gd fmla="val 14452" name="adj"/>
            </a:avLst>
          </a:prstGeom>
          <a:noFill/>
          <a:ln cap="flat" cmpd="sng" w="9525">
            <a:solidFill>
              <a:srgbClr val="000000"/>
            </a:solidFill>
            <a:prstDash val="solid"/>
            <a:round/>
            <a:headEnd len="sm" w="sm" type="none"/>
            <a:tailEnd len="sm" w="sm" type="none"/>
          </a:ln>
        </p:spPr>
      </p:sp>
      <p:sp>
        <p:nvSpPr>
          <p:cNvPr id="535" name="Google Shape;535;p66"/>
          <p:cNvSpPr/>
          <p:nvPr/>
        </p:nvSpPr>
        <p:spPr>
          <a:xfrm>
            <a:off x="274950" y="2144550"/>
            <a:ext cx="8598900" cy="85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536" name="Google Shape;536;p66"/>
          <p:cNvSpPr txBox="1"/>
          <p:nvPr>
            <p:ph type="title"/>
          </p:nvPr>
        </p:nvSpPr>
        <p:spPr>
          <a:xfrm>
            <a:off x="272650" y="2189271"/>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Cover with Names">
  <p:cSld name="CUSTOM_15_1">
    <p:bg>
      <p:bgPr>
        <a:solidFill>
          <a:schemeClr val="lt2"/>
        </a:solidFill>
      </p:bgPr>
    </p:bg>
    <p:spTree>
      <p:nvGrpSpPr>
        <p:cNvPr id="537" name="Shape 537"/>
        <p:cNvGrpSpPr/>
        <p:nvPr/>
      </p:nvGrpSpPr>
      <p:grpSpPr>
        <a:xfrm>
          <a:off x="0" y="0"/>
          <a:ext cx="0" cy="0"/>
          <a:chOff x="0" y="0"/>
          <a:chExt cx="0" cy="0"/>
        </a:xfrm>
      </p:grpSpPr>
      <p:sp>
        <p:nvSpPr>
          <p:cNvPr id="538" name="Google Shape;538;p67"/>
          <p:cNvSpPr/>
          <p:nvPr>
            <p:ph idx="2" type="pic"/>
          </p:nvPr>
        </p:nvSpPr>
        <p:spPr>
          <a:xfrm>
            <a:off x="274950" y="3235225"/>
            <a:ext cx="4191900" cy="1623300"/>
          </a:xfrm>
          <a:prstGeom prst="roundRect">
            <a:avLst>
              <a:gd fmla="val 14452" name="adj"/>
            </a:avLst>
          </a:prstGeom>
          <a:noFill/>
          <a:ln cap="flat" cmpd="sng" w="9525">
            <a:solidFill>
              <a:srgbClr val="000000"/>
            </a:solidFill>
            <a:prstDash val="solid"/>
            <a:round/>
            <a:headEnd len="sm" w="sm" type="none"/>
            <a:tailEnd len="sm" w="sm" type="none"/>
          </a:ln>
        </p:spPr>
      </p:sp>
      <p:sp>
        <p:nvSpPr>
          <p:cNvPr id="539" name="Google Shape;539;p67"/>
          <p:cNvSpPr/>
          <p:nvPr/>
        </p:nvSpPr>
        <p:spPr>
          <a:xfrm>
            <a:off x="274950" y="2144550"/>
            <a:ext cx="8598900" cy="85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540" name="Google Shape;540;p67"/>
          <p:cNvSpPr/>
          <p:nvPr/>
        </p:nvSpPr>
        <p:spPr>
          <a:xfrm>
            <a:off x="4681900" y="3235222"/>
            <a:ext cx="4191900" cy="1623300"/>
          </a:xfrm>
          <a:prstGeom prst="roundRect">
            <a:avLst>
              <a:gd fmla="val 16928"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5000"/>
              </a:lnSpc>
              <a:spcBef>
                <a:spcPts val="0"/>
              </a:spcBef>
              <a:spcAft>
                <a:spcPts val="0"/>
              </a:spcAft>
              <a:buNone/>
            </a:pPr>
            <a:r>
              <a:t/>
            </a:r>
            <a:endParaRPr b="1">
              <a:solidFill>
                <a:schemeClr val="dk1"/>
              </a:solidFill>
              <a:latin typeface="Della Respira"/>
              <a:ea typeface="Della Respira"/>
              <a:cs typeface="Della Respira"/>
              <a:sym typeface="Della Respira"/>
            </a:endParaRPr>
          </a:p>
        </p:txBody>
      </p:sp>
      <p:sp>
        <p:nvSpPr>
          <p:cNvPr id="541" name="Google Shape;541;p67"/>
          <p:cNvSpPr txBox="1"/>
          <p:nvPr>
            <p:ph type="title"/>
          </p:nvPr>
        </p:nvSpPr>
        <p:spPr>
          <a:xfrm>
            <a:off x="272650" y="2189271"/>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542" name="Google Shape;542;p67"/>
          <p:cNvSpPr txBox="1"/>
          <p:nvPr>
            <p:ph idx="1" type="subTitle"/>
          </p:nvPr>
        </p:nvSpPr>
        <p:spPr>
          <a:xfrm>
            <a:off x="4681900" y="3235225"/>
            <a:ext cx="4191900" cy="162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Font typeface="Della Respira"/>
              <a:buNone/>
              <a:defRPr sz="1400">
                <a:latin typeface="Della Respira"/>
                <a:ea typeface="Della Respira"/>
                <a:cs typeface="Della Respira"/>
                <a:sym typeface="Della Respi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3" name="Google Shape;543;p67"/>
          <p:cNvSpPr/>
          <p:nvPr>
            <p:ph idx="3" type="pic"/>
          </p:nvPr>
        </p:nvSpPr>
        <p:spPr>
          <a:xfrm>
            <a:off x="274950" y="284975"/>
            <a:ext cx="8598900" cy="1623300"/>
          </a:xfrm>
          <a:prstGeom prst="roundRect">
            <a:avLst>
              <a:gd fmla="val 14452" name="adj"/>
            </a:avLst>
          </a:prstGeom>
          <a:noFill/>
          <a:ln cap="flat" cmpd="sng" w="9525">
            <a:solidFill>
              <a:srgbClr val="000000"/>
            </a:solidFill>
            <a:prstDash val="solid"/>
            <a:round/>
            <a:headEnd len="sm" w="sm" type="none"/>
            <a:tailEnd len="sm" w="sm" type="none"/>
          </a:ln>
        </p:spPr>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solidFill>
          <a:schemeClr val="accent3"/>
        </a:solidFill>
      </p:bgPr>
    </p:bg>
    <p:spTree>
      <p:nvGrpSpPr>
        <p:cNvPr id="544" name="Shape 544"/>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p:cSld name="CUSTOM_17">
    <p:bg>
      <p:bgPr>
        <a:solidFill>
          <a:schemeClr val="lt2"/>
        </a:solidFill>
      </p:bgPr>
    </p:bg>
    <p:spTree>
      <p:nvGrpSpPr>
        <p:cNvPr id="545" name="Shape 545"/>
        <p:cNvGrpSpPr/>
        <p:nvPr/>
      </p:nvGrpSpPr>
      <p:grpSpPr>
        <a:xfrm>
          <a:off x="0" y="0"/>
          <a:ext cx="0" cy="0"/>
          <a:chOff x="0" y="0"/>
          <a:chExt cx="0" cy="0"/>
        </a:xfrm>
      </p:grpSpPr>
      <p:sp>
        <p:nvSpPr>
          <p:cNvPr id="546" name="Google Shape;546;p69"/>
          <p:cNvSpPr/>
          <p:nvPr/>
        </p:nvSpPr>
        <p:spPr>
          <a:xfrm>
            <a:off x="274950" y="1503221"/>
            <a:ext cx="8598900" cy="16212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547" name="Google Shape;547;p69"/>
          <p:cNvSpPr/>
          <p:nvPr/>
        </p:nvSpPr>
        <p:spPr>
          <a:xfrm>
            <a:off x="274950" y="3275914"/>
            <a:ext cx="8598900" cy="357000"/>
          </a:xfrm>
          <a:prstGeom prst="roundRect">
            <a:avLst>
              <a:gd fmla="val 34148"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
              <a:latin typeface="Della Respira"/>
              <a:ea typeface="Della Respira"/>
              <a:cs typeface="Della Respira"/>
              <a:sym typeface="Della Respira"/>
            </a:endParaRPr>
          </a:p>
        </p:txBody>
      </p:sp>
      <p:sp>
        <p:nvSpPr>
          <p:cNvPr id="548" name="Google Shape;548;p69"/>
          <p:cNvSpPr txBox="1"/>
          <p:nvPr>
            <p:ph type="title"/>
          </p:nvPr>
        </p:nvSpPr>
        <p:spPr>
          <a:xfrm>
            <a:off x="274725" y="1531200"/>
            <a:ext cx="8598900" cy="159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549" name="Google Shape;549;p69"/>
          <p:cNvSpPr txBox="1"/>
          <p:nvPr>
            <p:ph idx="1" type="subTitle"/>
          </p:nvPr>
        </p:nvSpPr>
        <p:spPr>
          <a:xfrm>
            <a:off x="279625" y="3283263"/>
            <a:ext cx="8598900" cy="357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17_1">
    <p:spTree>
      <p:nvGrpSpPr>
        <p:cNvPr id="550" name="Shape 550"/>
        <p:cNvGrpSpPr/>
        <p:nvPr/>
      </p:nvGrpSpPr>
      <p:grpSpPr>
        <a:xfrm>
          <a:off x="0" y="0"/>
          <a:ext cx="0" cy="0"/>
          <a:chOff x="0" y="0"/>
          <a:chExt cx="0" cy="0"/>
        </a:xfrm>
      </p:grpSpPr>
      <p:sp>
        <p:nvSpPr>
          <p:cNvPr id="551" name="Google Shape;551;p70"/>
          <p:cNvSpPr/>
          <p:nvPr/>
        </p:nvSpPr>
        <p:spPr>
          <a:xfrm>
            <a:off x="274950" y="1503221"/>
            <a:ext cx="8598900" cy="1621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552" name="Google Shape;552;p70"/>
          <p:cNvSpPr txBox="1"/>
          <p:nvPr>
            <p:ph type="title"/>
          </p:nvPr>
        </p:nvSpPr>
        <p:spPr>
          <a:xfrm>
            <a:off x="339150" y="1531200"/>
            <a:ext cx="8470500" cy="159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8">
    <p:bg>
      <p:bgPr>
        <a:solidFill>
          <a:schemeClr val="lt2"/>
        </a:solidFill>
      </p:bgPr>
    </p:bg>
    <p:spTree>
      <p:nvGrpSpPr>
        <p:cNvPr id="553" name="Shape 553"/>
        <p:cNvGrpSpPr/>
        <p:nvPr/>
      </p:nvGrpSpPr>
      <p:grpSpPr>
        <a:xfrm>
          <a:off x="0" y="0"/>
          <a:ext cx="0" cy="0"/>
          <a:chOff x="0" y="0"/>
          <a:chExt cx="0" cy="0"/>
        </a:xfrm>
      </p:grpSpPr>
      <p:sp>
        <p:nvSpPr>
          <p:cNvPr id="554" name="Google Shape;554;p71"/>
          <p:cNvSpPr/>
          <p:nvPr/>
        </p:nvSpPr>
        <p:spPr>
          <a:xfrm>
            <a:off x="274950" y="1164975"/>
            <a:ext cx="6326700" cy="36936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555" name="Google Shape;555;p71"/>
          <p:cNvSpPr txBox="1"/>
          <p:nvPr>
            <p:ph idx="1" type="body"/>
          </p:nvPr>
        </p:nvSpPr>
        <p:spPr>
          <a:xfrm>
            <a:off x="545275" y="1321275"/>
            <a:ext cx="5795400" cy="3306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556" name="Google Shape;556;p71"/>
          <p:cNvSpPr/>
          <p:nvPr/>
        </p:nvSpPr>
        <p:spPr>
          <a:xfrm>
            <a:off x="274950" y="284775"/>
            <a:ext cx="6326700" cy="70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557" name="Google Shape;557;p71"/>
          <p:cNvSpPr txBox="1"/>
          <p:nvPr>
            <p:ph type="title"/>
          </p:nvPr>
        </p:nvSpPr>
        <p:spPr>
          <a:xfrm>
            <a:off x="27495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20">
    <p:bg>
      <p:bgPr>
        <a:solidFill>
          <a:schemeClr val="dk2"/>
        </a:solidFill>
      </p:bgPr>
    </p:bg>
    <p:spTree>
      <p:nvGrpSpPr>
        <p:cNvPr id="558" name="Shape 558"/>
        <p:cNvGrpSpPr/>
        <p:nvPr/>
      </p:nvGrpSpPr>
      <p:grpSpPr>
        <a:xfrm>
          <a:off x="0" y="0"/>
          <a:ext cx="0" cy="0"/>
          <a:chOff x="0" y="0"/>
          <a:chExt cx="0" cy="0"/>
        </a:xfrm>
      </p:grpSpPr>
      <p:sp>
        <p:nvSpPr>
          <p:cNvPr id="559" name="Google Shape;559;p72"/>
          <p:cNvSpPr/>
          <p:nvPr/>
        </p:nvSpPr>
        <p:spPr>
          <a:xfrm>
            <a:off x="274950" y="1503221"/>
            <a:ext cx="8598900" cy="1621200"/>
          </a:xfrm>
          <a:prstGeom prst="roundRect">
            <a:avLst>
              <a:gd fmla="val 16667"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560" name="Google Shape;560;p72"/>
          <p:cNvSpPr txBox="1"/>
          <p:nvPr>
            <p:ph type="title"/>
          </p:nvPr>
        </p:nvSpPr>
        <p:spPr>
          <a:xfrm>
            <a:off x="339150" y="1531200"/>
            <a:ext cx="8470500" cy="159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CUSTOM_21">
    <p:bg>
      <p:bgPr>
        <a:solidFill>
          <a:schemeClr val="lt2"/>
        </a:solidFill>
      </p:bgPr>
    </p:bg>
    <p:spTree>
      <p:nvGrpSpPr>
        <p:cNvPr id="561" name="Shape 561"/>
        <p:cNvGrpSpPr/>
        <p:nvPr/>
      </p:nvGrpSpPr>
      <p:grpSpPr>
        <a:xfrm>
          <a:off x="0" y="0"/>
          <a:ext cx="0" cy="0"/>
          <a:chOff x="0" y="0"/>
          <a:chExt cx="0" cy="0"/>
        </a:xfrm>
      </p:grpSpPr>
      <p:sp>
        <p:nvSpPr>
          <p:cNvPr id="562" name="Google Shape;562;p73"/>
          <p:cNvSpPr/>
          <p:nvPr/>
        </p:nvSpPr>
        <p:spPr>
          <a:xfrm>
            <a:off x="274950" y="1580175"/>
            <a:ext cx="6326700" cy="32784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563" name="Google Shape;563;p73"/>
          <p:cNvSpPr txBox="1"/>
          <p:nvPr>
            <p:ph idx="1" type="body"/>
          </p:nvPr>
        </p:nvSpPr>
        <p:spPr>
          <a:xfrm>
            <a:off x="545275" y="1703050"/>
            <a:ext cx="5795400" cy="29208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564" name="Google Shape;564;p73"/>
          <p:cNvSpPr/>
          <p:nvPr/>
        </p:nvSpPr>
        <p:spPr>
          <a:xfrm>
            <a:off x="274950" y="284775"/>
            <a:ext cx="6326700" cy="70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565" name="Google Shape;565;p73"/>
          <p:cNvSpPr txBox="1"/>
          <p:nvPr>
            <p:ph type="title"/>
          </p:nvPr>
        </p:nvSpPr>
        <p:spPr>
          <a:xfrm>
            <a:off x="27495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566" name="Google Shape;566;p73"/>
          <p:cNvSpPr/>
          <p:nvPr/>
        </p:nvSpPr>
        <p:spPr>
          <a:xfrm>
            <a:off x="274950" y="1102500"/>
            <a:ext cx="6326700" cy="357000"/>
          </a:xfrm>
          <a:prstGeom prst="roundRect">
            <a:avLst>
              <a:gd fmla="val 34148"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
              <a:latin typeface="Della Respira"/>
              <a:ea typeface="Della Respira"/>
              <a:cs typeface="Della Respira"/>
              <a:sym typeface="Della Respira"/>
            </a:endParaRPr>
          </a:p>
        </p:txBody>
      </p:sp>
      <p:sp>
        <p:nvSpPr>
          <p:cNvPr id="567" name="Google Shape;567;p73"/>
          <p:cNvSpPr txBox="1"/>
          <p:nvPr>
            <p:ph idx="2" type="subTitle"/>
          </p:nvPr>
        </p:nvSpPr>
        <p:spPr>
          <a:xfrm>
            <a:off x="327025" y="1109850"/>
            <a:ext cx="6231900" cy="357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22">
    <p:bg>
      <p:bgPr>
        <a:solidFill>
          <a:schemeClr val="lt2"/>
        </a:solidFill>
      </p:bgPr>
    </p:bg>
    <p:spTree>
      <p:nvGrpSpPr>
        <p:cNvPr id="568" name="Shape 568"/>
        <p:cNvGrpSpPr/>
        <p:nvPr/>
      </p:nvGrpSpPr>
      <p:grpSpPr>
        <a:xfrm>
          <a:off x="0" y="0"/>
          <a:ext cx="0" cy="0"/>
          <a:chOff x="0" y="0"/>
          <a:chExt cx="0" cy="0"/>
        </a:xfrm>
      </p:grpSpPr>
      <p:sp>
        <p:nvSpPr>
          <p:cNvPr id="569" name="Google Shape;569;p74"/>
          <p:cNvSpPr/>
          <p:nvPr/>
        </p:nvSpPr>
        <p:spPr>
          <a:xfrm>
            <a:off x="274950" y="1503221"/>
            <a:ext cx="8598900" cy="16212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570" name="Google Shape;570;p74"/>
          <p:cNvSpPr txBox="1"/>
          <p:nvPr>
            <p:ph type="title"/>
          </p:nvPr>
        </p:nvSpPr>
        <p:spPr>
          <a:xfrm>
            <a:off x="339150" y="1531200"/>
            <a:ext cx="8470500" cy="159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CUSTOM_23">
    <p:spTree>
      <p:nvGrpSpPr>
        <p:cNvPr id="571" name="Shape 571"/>
        <p:cNvGrpSpPr/>
        <p:nvPr/>
      </p:nvGrpSpPr>
      <p:grpSpPr>
        <a:xfrm>
          <a:off x="0" y="0"/>
          <a:ext cx="0" cy="0"/>
          <a:chOff x="0" y="0"/>
          <a:chExt cx="0" cy="0"/>
        </a:xfrm>
      </p:grpSpPr>
      <p:sp>
        <p:nvSpPr>
          <p:cNvPr id="572" name="Google Shape;572;p75"/>
          <p:cNvSpPr/>
          <p:nvPr/>
        </p:nvSpPr>
        <p:spPr>
          <a:xfrm>
            <a:off x="273650" y="18291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573" name="Google Shape;573;p75"/>
          <p:cNvSpPr txBox="1"/>
          <p:nvPr>
            <p:ph type="title"/>
          </p:nvPr>
        </p:nvSpPr>
        <p:spPr>
          <a:xfrm>
            <a:off x="271350" y="18715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574" name="Google Shape;574;p75"/>
          <p:cNvSpPr/>
          <p:nvPr/>
        </p:nvSpPr>
        <p:spPr>
          <a:xfrm>
            <a:off x="273756" y="2887125"/>
            <a:ext cx="85989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575" name="Google Shape;575;p75"/>
          <p:cNvSpPr txBox="1"/>
          <p:nvPr>
            <p:ph idx="1" type="subTitle"/>
          </p:nvPr>
        </p:nvSpPr>
        <p:spPr>
          <a:xfrm>
            <a:off x="273650" y="2917550"/>
            <a:ext cx="85989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24">
    <p:bg>
      <p:bgPr>
        <a:solidFill>
          <a:schemeClr val="dk2"/>
        </a:solidFill>
      </p:bgPr>
    </p:bg>
    <p:spTree>
      <p:nvGrpSpPr>
        <p:cNvPr id="576" name="Shape 576"/>
        <p:cNvGrpSpPr/>
        <p:nvPr/>
      </p:nvGrpSpPr>
      <p:grpSpPr>
        <a:xfrm>
          <a:off x="0" y="0"/>
          <a:ext cx="0" cy="0"/>
          <a:chOff x="0" y="0"/>
          <a:chExt cx="0" cy="0"/>
        </a:xfrm>
      </p:grpSpPr>
      <p:sp>
        <p:nvSpPr>
          <p:cNvPr id="577" name="Google Shape;577;p76"/>
          <p:cNvSpPr txBox="1"/>
          <p:nvPr>
            <p:ph idx="1" type="body"/>
          </p:nvPr>
        </p:nvSpPr>
        <p:spPr>
          <a:xfrm>
            <a:off x="545275" y="1321275"/>
            <a:ext cx="5795400" cy="3306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25">
    <p:spTree>
      <p:nvGrpSpPr>
        <p:cNvPr id="578" name="Shape 578"/>
        <p:cNvGrpSpPr/>
        <p:nvPr/>
      </p:nvGrpSpPr>
      <p:grpSpPr>
        <a:xfrm>
          <a:off x="0" y="0"/>
          <a:ext cx="0" cy="0"/>
          <a:chOff x="0" y="0"/>
          <a:chExt cx="0" cy="0"/>
        </a:xfrm>
      </p:grpSpPr>
      <p:sp>
        <p:nvSpPr>
          <p:cNvPr id="579" name="Google Shape;579;p77"/>
          <p:cNvSpPr txBox="1"/>
          <p:nvPr>
            <p:ph idx="1" type="body"/>
          </p:nvPr>
        </p:nvSpPr>
        <p:spPr>
          <a:xfrm>
            <a:off x="545275" y="1321275"/>
            <a:ext cx="5795400" cy="3306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580" name="Google Shape;580;p77"/>
          <p:cNvSpPr/>
          <p:nvPr/>
        </p:nvSpPr>
        <p:spPr>
          <a:xfrm>
            <a:off x="274950" y="284775"/>
            <a:ext cx="6326700" cy="70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581" name="Google Shape;581;p77"/>
          <p:cNvSpPr txBox="1"/>
          <p:nvPr>
            <p:ph type="title"/>
          </p:nvPr>
        </p:nvSpPr>
        <p:spPr>
          <a:xfrm>
            <a:off x="27495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6">
    <p:spTree>
      <p:nvGrpSpPr>
        <p:cNvPr id="582" name="Shape 582"/>
        <p:cNvGrpSpPr/>
        <p:nvPr/>
      </p:nvGrpSpPr>
      <p:grpSpPr>
        <a:xfrm>
          <a:off x="0" y="0"/>
          <a:ext cx="0" cy="0"/>
          <a:chOff x="0" y="0"/>
          <a:chExt cx="0" cy="0"/>
        </a:xfrm>
      </p:grpSpPr>
      <p:sp>
        <p:nvSpPr>
          <p:cNvPr id="583" name="Google Shape;583;p78"/>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584" name="Google Shape;584;p78"/>
          <p:cNvSpPr/>
          <p:nvPr/>
        </p:nvSpPr>
        <p:spPr>
          <a:xfrm>
            <a:off x="272650" y="1348125"/>
            <a:ext cx="8601300" cy="5097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585" name="Google Shape;585;p78"/>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586" name="Google Shape;586;p78"/>
          <p:cNvSpPr txBox="1"/>
          <p:nvPr>
            <p:ph idx="1" type="subTitle"/>
          </p:nvPr>
        </p:nvSpPr>
        <p:spPr>
          <a:xfrm>
            <a:off x="272650" y="1375155"/>
            <a:ext cx="8601300" cy="474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Font typeface="Della Respira"/>
              <a:buNone/>
              <a:defRPr sz="2200">
                <a:latin typeface="Della Respira"/>
                <a:ea typeface="Della Respira"/>
                <a:cs typeface="Della Respira"/>
                <a:sym typeface="Della Respira"/>
              </a:defRPr>
            </a:lvl1pPr>
            <a:lvl2pPr lvl="1">
              <a:spcBef>
                <a:spcPts val="0"/>
              </a:spcBef>
              <a:spcAft>
                <a:spcPts val="0"/>
              </a:spcAft>
              <a:buSzPts val="2200"/>
              <a:buFont typeface="Della Respira"/>
              <a:buNone/>
              <a:defRPr sz="2200">
                <a:latin typeface="Della Respira"/>
                <a:ea typeface="Della Respira"/>
                <a:cs typeface="Della Respira"/>
                <a:sym typeface="Della Respira"/>
              </a:defRPr>
            </a:lvl2pPr>
            <a:lvl3pPr lvl="2">
              <a:spcBef>
                <a:spcPts val="0"/>
              </a:spcBef>
              <a:spcAft>
                <a:spcPts val="0"/>
              </a:spcAft>
              <a:buSzPts val="2200"/>
              <a:buFont typeface="Della Respira"/>
              <a:buNone/>
              <a:defRPr sz="2200">
                <a:latin typeface="Della Respira"/>
                <a:ea typeface="Della Respira"/>
                <a:cs typeface="Della Respira"/>
                <a:sym typeface="Della Respira"/>
              </a:defRPr>
            </a:lvl3pPr>
            <a:lvl4pPr lvl="3">
              <a:spcBef>
                <a:spcPts val="0"/>
              </a:spcBef>
              <a:spcAft>
                <a:spcPts val="0"/>
              </a:spcAft>
              <a:buSzPts val="2200"/>
              <a:buFont typeface="Della Respira"/>
              <a:buNone/>
              <a:defRPr sz="2200">
                <a:latin typeface="Della Respira"/>
                <a:ea typeface="Della Respira"/>
                <a:cs typeface="Della Respira"/>
                <a:sym typeface="Della Respira"/>
              </a:defRPr>
            </a:lvl4pPr>
            <a:lvl5pPr lvl="4">
              <a:spcBef>
                <a:spcPts val="0"/>
              </a:spcBef>
              <a:spcAft>
                <a:spcPts val="0"/>
              </a:spcAft>
              <a:buSzPts val="2200"/>
              <a:buFont typeface="Della Respira"/>
              <a:buNone/>
              <a:defRPr sz="2200">
                <a:latin typeface="Della Respira"/>
                <a:ea typeface="Della Respira"/>
                <a:cs typeface="Della Respira"/>
                <a:sym typeface="Della Respira"/>
              </a:defRPr>
            </a:lvl5pPr>
            <a:lvl6pPr lvl="5">
              <a:spcBef>
                <a:spcPts val="0"/>
              </a:spcBef>
              <a:spcAft>
                <a:spcPts val="0"/>
              </a:spcAft>
              <a:buSzPts val="2200"/>
              <a:buFont typeface="Della Respira"/>
              <a:buNone/>
              <a:defRPr sz="2200">
                <a:latin typeface="Della Respira"/>
                <a:ea typeface="Della Respira"/>
                <a:cs typeface="Della Respira"/>
                <a:sym typeface="Della Respira"/>
              </a:defRPr>
            </a:lvl6pPr>
            <a:lvl7pPr lvl="6">
              <a:spcBef>
                <a:spcPts val="0"/>
              </a:spcBef>
              <a:spcAft>
                <a:spcPts val="0"/>
              </a:spcAft>
              <a:buSzPts val="2200"/>
              <a:buFont typeface="Della Respira"/>
              <a:buNone/>
              <a:defRPr sz="2200">
                <a:latin typeface="Della Respira"/>
                <a:ea typeface="Della Respira"/>
                <a:cs typeface="Della Respira"/>
                <a:sym typeface="Della Respira"/>
              </a:defRPr>
            </a:lvl7pPr>
            <a:lvl8pPr lvl="7">
              <a:spcBef>
                <a:spcPts val="0"/>
              </a:spcBef>
              <a:spcAft>
                <a:spcPts val="0"/>
              </a:spcAft>
              <a:buSzPts val="2200"/>
              <a:buFont typeface="Della Respira"/>
              <a:buNone/>
              <a:defRPr sz="2200">
                <a:latin typeface="Della Respira"/>
                <a:ea typeface="Della Respira"/>
                <a:cs typeface="Della Respira"/>
                <a:sym typeface="Della Respira"/>
              </a:defRPr>
            </a:lvl8pPr>
            <a:lvl9pPr lvl="8">
              <a:spcBef>
                <a:spcPts val="0"/>
              </a:spcBef>
              <a:spcAft>
                <a:spcPts val="0"/>
              </a:spcAft>
              <a:buSzPts val="2200"/>
              <a:buFont typeface="Della Respira"/>
              <a:buNone/>
              <a:defRPr sz="2200">
                <a:latin typeface="Della Respira"/>
                <a:ea typeface="Della Respira"/>
                <a:cs typeface="Della Respira"/>
                <a:sym typeface="Della Respira"/>
              </a:defRPr>
            </a:lvl9pPr>
          </a:lstStyle>
          <a:p/>
        </p:txBody>
      </p:sp>
      <p:sp>
        <p:nvSpPr>
          <p:cNvPr id="587" name="Google Shape;587;p78"/>
          <p:cNvSpPr/>
          <p:nvPr/>
        </p:nvSpPr>
        <p:spPr>
          <a:xfrm>
            <a:off x="272650" y="1964965"/>
            <a:ext cx="8601300" cy="5097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588" name="Google Shape;588;p78"/>
          <p:cNvSpPr txBox="1"/>
          <p:nvPr>
            <p:ph idx="2" type="subTitle"/>
          </p:nvPr>
        </p:nvSpPr>
        <p:spPr>
          <a:xfrm>
            <a:off x="272650" y="1991995"/>
            <a:ext cx="8601300" cy="474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Font typeface="Della Respira"/>
              <a:buNone/>
              <a:defRPr sz="2200">
                <a:latin typeface="Della Respira"/>
                <a:ea typeface="Della Respira"/>
                <a:cs typeface="Della Respira"/>
                <a:sym typeface="Della Respira"/>
              </a:defRPr>
            </a:lvl1pPr>
            <a:lvl2pPr lvl="1">
              <a:spcBef>
                <a:spcPts val="0"/>
              </a:spcBef>
              <a:spcAft>
                <a:spcPts val="0"/>
              </a:spcAft>
              <a:buSzPts val="2200"/>
              <a:buFont typeface="Della Respira"/>
              <a:buNone/>
              <a:defRPr sz="2200">
                <a:latin typeface="Della Respira"/>
                <a:ea typeface="Della Respira"/>
                <a:cs typeface="Della Respira"/>
                <a:sym typeface="Della Respira"/>
              </a:defRPr>
            </a:lvl2pPr>
            <a:lvl3pPr lvl="2">
              <a:spcBef>
                <a:spcPts val="0"/>
              </a:spcBef>
              <a:spcAft>
                <a:spcPts val="0"/>
              </a:spcAft>
              <a:buSzPts val="2200"/>
              <a:buFont typeface="Della Respira"/>
              <a:buNone/>
              <a:defRPr sz="2200">
                <a:latin typeface="Della Respira"/>
                <a:ea typeface="Della Respira"/>
                <a:cs typeface="Della Respira"/>
                <a:sym typeface="Della Respira"/>
              </a:defRPr>
            </a:lvl3pPr>
            <a:lvl4pPr lvl="3">
              <a:spcBef>
                <a:spcPts val="0"/>
              </a:spcBef>
              <a:spcAft>
                <a:spcPts val="0"/>
              </a:spcAft>
              <a:buSzPts val="2200"/>
              <a:buFont typeface="Della Respira"/>
              <a:buNone/>
              <a:defRPr sz="2200">
                <a:latin typeface="Della Respira"/>
                <a:ea typeface="Della Respira"/>
                <a:cs typeface="Della Respira"/>
                <a:sym typeface="Della Respira"/>
              </a:defRPr>
            </a:lvl4pPr>
            <a:lvl5pPr lvl="4">
              <a:spcBef>
                <a:spcPts val="0"/>
              </a:spcBef>
              <a:spcAft>
                <a:spcPts val="0"/>
              </a:spcAft>
              <a:buSzPts val="2200"/>
              <a:buFont typeface="Della Respira"/>
              <a:buNone/>
              <a:defRPr sz="2200">
                <a:latin typeface="Della Respira"/>
                <a:ea typeface="Della Respira"/>
                <a:cs typeface="Della Respira"/>
                <a:sym typeface="Della Respira"/>
              </a:defRPr>
            </a:lvl5pPr>
            <a:lvl6pPr lvl="5">
              <a:spcBef>
                <a:spcPts val="0"/>
              </a:spcBef>
              <a:spcAft>
                <a:spcPts val="0"/>
              </a:spcAft>
              <a:buSzPts val="2200"/>
              <a:buFont typeface="Della Respira"/>
              <a:buNone/>
              <a:defRPr sz="2200">
                <a:latin typeface="Della Respira"/>
                <a:ea typeface="Della Respira"/>
                <a:cs typeface="Della Respira"/>
                <a:sym typeface="Della Respira"/>
              </a:defRPr>
            </a:lvl6pPr>
            <a:lvl7pPr lvl="6">
              <a:spcBef>
                <a:spcPts val="0"/>
              </a:spcBef>
              <a:spcAft>
                <a:spcPts val="0"/>
              </a:spcAft>
              <a:buSzPts val="2200"/>
              <a:buFont typeface="Della Respira"/>
              <a:buNone/>
              <a:defRPr sz="2200">
                <a:latin typeface="Della Respira"/>
                <a:ea typeface="Della Respira"/>
                <a:cs typeface="Della Respira"/>
                <a:sym typeface="Della Respira"/>
              </a:defRPr>
            </a:lvl7pPr>
            <a:lvl8pPr lvl="7">
              <a:spcBef>
                <a:spcPts val="0"/>
              </a:spcBef>
              <a:spcAft>
                <a:spcPts val="0"/>
              </a:spcAft>
              <a:buSzPts val="2200"/>
              <a:buFont typeface="Della Respira"/>
              <a:buNone/>
              <a:defRPr sz="2200">
                <a:latin typeface="Della Respira"/>
                <a:ea typeface="Della Respira"/>
                <a:cs typeface="Della Respira"/>
                <a:sym typeface="Della Respira"/>
              </a:defRPr>
            </a:lvl8pPr>
            <a:lvl9pPr lvl="8">
              <a:spcBef>
                <a:spcPts val="0"/>
              </a:spcBef>
              <a:spcAft>
                <a:spcPts val="0"/>
              </a:spcAft>
              <a:buSzPts val="2200"/>
              <a:buFont typeface="Della Respira"/>
              <a:buNone/>
              <a:defRPr sz="2200">
                <a:latin typeface="Della Respira"/>
                <a:ea typeface="Della Respira"/>
                <a:cs typeface="Della Respira"/>
                <a:sym typeface="Della Respira"/>
              </a:defRPr>
            </a:lvl9pPr>
          </a:lstStyle>
          <a:p/>
        </p:txBody>
      </p:sp>
      <p:sp>
        <p:nvSpPr>
          <p:cNvPr id="589" name="Google Shape;589;p78"/>
          <p:cNvSpPr/>
          <p:nvPr/>
        </p:nvSpPr>
        <p:spPr>
          <a:xfrm>
            <a:off x="272650" y="2581805"/>
            <a:ext cx="8601300" cy="5097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590" name="Google Shape;590;p78"/>
          <p:cNvSpPr txBox="1"/>
          <p:nvPr>
            <p:ph idx="3" type="subTitle"/>
          </p:nvPr>
        </p:nvSpPr>
        <p:spPr>
          <a:xfrm>
            <a:off x="272650" y="2608834"/>
            <a:ext cx="8601300" cy="474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Font typeface="Della Respira"/>
              <a:buNone/>
              <a:defRPr sz="2200">
                <a:latin typeface="Della Respira"/>
                <a:ea typeface="Della Respira"/>
                <a:cs typeface="Della Respira"/>
                <a:sym typeface="Della Respira"/>
              </a:defRPr>
            </a:lvl1pPr>
            <a:lvl2pPr lvl="1">
              <a:spcBef>
                <a:spcPts val="0"/>
              </a:spcBef>
              <a:spcAft>
                <a:spcPts val="0"/>
              </a:spcAft>
              <a:buSzPts val="2200"/>
              <a:buFont typeface="Della Respira"/>
              <a:buNone/>
              <a:defRPr sz="2200">
                <a:latin typeface="Della Respira"/>
                <a:ea typeface="Della Respira"/>
                <a:cs typeface="Della Respira"/>
                <a:sym typeface="Della Respira"/>
              </a:defRPr>
            </a:lvl2pPr>
            <a:lvl3pPr lvl="2">
              <a:spcBef>
                <a:spcPts val="0"/>
              </a:spcBef>
              <a:spcAft>
                <a:spcPts val="0"/>
              </a:spcAft>
              <a:buSzPts val="2200"/>
              <a:buFont typeface="Della Respira"/>
              <a:buNone/>
              <a:defRPr sz="2200">
                <a:latin typeface="Della Respira"/>
                <a:ea typeface="Della Respira"/>
                <a:cs typeface="Della Respira"/>
                <a:sym typeface="Della Respira"/>
              </a:defRPr>
            </a:lvl3pPr>
            <a:lvl4pPr lvl="3">
              <a:spcBef>
                <a:spcPts val="0"/>
              </a:spcBef>
              <a:spcAft>
                <a:spcPts val="0"/>
              </a:spcAft>
              <a:buSzPts val="2200"/>
              <a:buFont typeface="Della Respira"/>
              <a:buNone/>
              <a:defRPr sz="2200">
                <a:latin typeface="Della Respira"/>
                <a:ea typeface="Della Respira"/>
                <a:cs typeface="Della Respira"/>
                <a:sym typeface="Della Respira"/>
              </a:defRPr>
            </a:lvl4pPr>
            <a:lvl5pPr lvl="4">
              <a:spcBef>
                <a:spcPts val="0"/>
              </a:spcBef>
              <a:spcAft>
                <a:spcPts val="0"/>
              </a:spcAft>
              <a:buSzPts val="2200"/>
              <a:buFont typeface="Della Respira"/>
              <a:buNone/>
              <a:defRPr sz="2200">
                <a:latin typeface="Della Respira"/>
                <a:ea typeface="Della Respira"/>
                <a:cs typeface="Della Respira"/>
                <a:sym typeface="Della Respira"/>
              </a:defRPr>
            </a:lvl5pPr>
            <a:lvl6pPr lvl="5">
              <a:spcBef>
                <a:spcPts val="0"/>
              </a:spcBef>
              <a:spcAft>
                <a:spcPts val="0"/>
              </a:spcAft>
              <a:buSzPts val="2200"/>
              <a:buFont typeface="Della Respira"/>
              <a:buNone/>
              <a:defRPr sz="2200">
                <a:latin typeface="Della Respira"/>
                <a:ea typeface="Della Respira"/>
                <a:cs typeface="Della Respira"/>
                <a:sym typeface="Della Respira"/>
              </a:defRPr>
            </a:lvl6pPr>
            <a:lvl7pPr lvl="6">
              <a:spcBef>
                <a:spcPts val="0"/>
              </a:spcBef>
              <a:spcAft>
                <a:spcPts val="0"/>
              </a:spcAft>
              <a:buSzPts val="2200"/>
              <a:buFont typeface="Della Respira"/>
              <a:buNone/>
              <a:defRPr sz="2200">
                <a:latin typeface="Della Respira"/>
                <a:ea typeface="Della Respira"/>
                <a:cs typeface="Della Respira"/>
                <a:sym typeface="Della Respira"/>
              </a:defRPr>
            </a:lvl7pPr>
            <a:lvl8pPr lvl="7">
              <a:spcBef>
                <a:spcPts val="0"/>
              </a:spcBef>
              <a:spcAft>
                <a:spcPts val="0"/>
              </a:spcAft>
              <a:buSzPts val="2200"/>
              <a:buFont typeface="Della Respira"/>
              <a:buNone/>
              <a:defRPr sz="2200">
                <a:latin typeface="Della Respira"/>
                <a:ea typeface="Della Respira"/>
                <a:cs typeface="Della Respira"/>
                <a:sym typeface="Della Respira"/>
              </a:defRPr>
            </a:lvl8pPr>
            <a:lvl9pPr lvl="8">
              <a:spcBef>
                <a:spcPts val="0"/>
              </a:spcBef>
              <a:spcAft>
                <a:spcPts val="0"/>
              </a:spcAft>
              <a:buSzPts val="2200"/>
              <a:buFont typeface="Della Respira"/>
              <a:buNone/>
              <a:defRPr sz="2200">
                <a:latin typeface="Della Respira"/>
                <a:ea typeface="Della Respira"/>
                <a:cs typeface="Della Respira"/>
                <a:sym typeface="Della Respira"/>
              </a:defRPr>
            </a:lvl9pPr>
          </a:lstStyle>
          <a:p/>
        </p:txBody>
      </p:sp>
      <p:sp>
        <p:nvSpPr>
          <p:cNvPr id="591" name="Google Shape;591;p78"/>
          <p:cNvSpPr/>
          <p:nvPr/>
        </p:nvSpPr>
        <p:spPr>
          <a:xfrm>
            <a:off x="272650" y="3198644"/>
            <a:ext cx="8601300" cy="5097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592" name="Google Shape;592;p78"/>
          <p:cNvSpPr txBox="1"/>
          <p:nvPr>
            <p:ph idx="4" type="subTitle"/>
          </p:nvPr>
        </p:nvSpPr>
        <p:spPr>
          <a:xfrm>
            <a:off x="272650" y="3225674"/>
            <a:ext cx="8601300" cy="474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Font typeface="Della Respira"/>
              <a:buNone/>
              <a:defRPr sz="2200">
                <a:latin typeface="Della Respira"/>
                <a:ea typeface="Della Respira"/>
                <a:cs typeface="Della Respira"/>
                <a:sym typeface="Della Respira"/>
              </a:defRPr>
            </a:lvl1pPr>
            <a:lvl2pPr lvl="1">
              <a:spcBef>
                <a:spcPts val="0"/>
              </a:spcBef>
              <a:spcAft>
                <a:spcPts val="0"/>
              </a:spcAft>
              <a:buSzPts val="2200"/>
              <a:buFont typeface="Della Respira"/>
              <a:buNone/>
              <a:defRPr sz="2200">
                <a:latin typeface="Della Respira"/>
                <a:ea typeface="Della Respira"/>
                <a:cs typeface="Della Respira"/>
                <a:sym typeface="Della Respira"/>
              </a:defRPr>
            </a:lvl2pPr>
            <a:lvl3pPr lvl="2">
              <a:spcBef>
                <a:spcPts val="0"/>
              </a:spcBef>
              <a:spcAft>
                <a:spcPts val="0"/>
              </a:spcAft>
              <a:buSzPts val="2200"/>
              <a:buFont typeface="Della Respira"/>
              <a:buNone/>
              <a:defRPr sz="2200">
                <a:latin typeface="Della Respira"/>
                <a:ea typeface="Della Respira"/>
                <a:cs typeface="Della Respira"/>
                <a:sym typeface="Della Respira"/>
              </a:defRPr>
            </a:lvl3pPr>
            <a:lvl4pPr lvl="3">
              <a:spcBef>
                <a:spcPts val="0"/>
              </a:spcBef>
              <a:spcAft>
                <a:spcPts val="0"/>
              </a:spcAft>
              <a:buSzPts val="2200"/>
              <a:buFont typeface="Della Respira"/>
              <a:buNone/>
              <a:defRPr sz="2200">
                <a:latin typeface="Della Respira"/>
                <a:ea typeface="Della Respira"/>
                <a:cs typeface="Della Respira"/>
                <a:sym typeface="Della Respira"/>
              </a:defRPr>
            </a:lvl4pPr>
            <a:lvl5pPr lvl="4">
              <a:spcBef>
                <a:spcPts val="0"/>
              </a:spcBef>
              <a:spcAft>
                <a:spcPts val="0"/>
              </a:spcAft>
              <a:buSzPts val="2200"/>
              <a:buFont typeface="Della Respira"/>
              <a:buNone/>
              <a:defRPr sz="2200">
                <a:latin typeface="Della Respira"/>
                <a:ea typeface="Della Respira"/>
                <a:cs typeface="Della Respira"/>
                <a:sym typeface="Della Respira"/>
              </a:defRPr>
            </a:lvl5pPr>
            <a:lvl6pPr lvl="5">
              <a:spcBef>
                <a:spcPts val="0"/>
              </a:spcBef>
              <a:spcAft>
                <a:spcPts val="0"/>
              </a:spcAft>
              <a:buSzPts val="2200"/>
              <a:buFont typeface="Della Respira"/>
              <a:buNone/>
              <a:defRPr sz="2200">
                <a:latin typeface="Della Respira"/>
                <a:ea typeface="Della Respira"/>
                <a:cs typeface="Della Respira"/>
                <a:sym typeface="Della Respira"/>
              </a:defRPr>
            </a:lvl6pPr>
            <a:lvl7pPr lvl="6">
              <a:spcBef>
                <a:spcPts val="0"/>
              </a:spcBef>
              <a:spcAft>
                <a:spcPts val="0"/>
              </a:spcAft>
              <a:buSzPts val="2200"/>
              <a:buFont typeface="Della Respira"/>
              <a:buNone/>
              <a:defRPr sz="2200">
                <a:latin typeface="Della Respira"/>
                <a:ea typeface="Della Respira"/>
                <a:cs typeface="Della Respira"/>
                <a:sym typeface="Della Respira"/>
              </a:defRPr>
            </a:lvl7pPr>
            <a:lvl8pPr lvl="7">
              <a:spcBef>
                <a:spcPts val="0"/>
              </a:spcBef>
              <a:spcAft>
                <a:spcPts val="0"/>
              </a:spcAft>
              <a:buSzPts val="2200"/>
              <a:buFont typeface="Della Respira"/>
              <a:buNone/>
              <a:defRPr sz="2200">
                <a:latin typeface="Della Respira"/>
                <a:ea typeface="Della Respira"/>
                <a:cs typeface="Della Respira"/>
                <a:sym typeface="Della Respira"/>
              </a:defRPr>
            </a:lvl8pPr>
            <a:lvl9pPr lvl="8">
              <a:spcBef>
                <a:spcPts val="0"/>
              </a:spcBef>
              <a:spcAft>
                <a:spcPts val="0"/>
              </a:spcAft>
              <a:buSzPts val="2200"/>
              <a:buFont typeface="Della Respira"/>
              <a:buNone/>
              <a:defRPr sz="2200">
                <a:latin typeface="Della Respira"/>
                <a:ea typeface="Della Respira"/>
                <a:cs typeface="Della Respira"/>
                <a:sym typeface="Della Respira"/>
              </a:defRPr>
            </a:lvl9pPr>
          </a:lstStyle>
          <a:p/>
        </p:txBody>
      </p:sp>
      <p:sp>
        <p:nvSpPr>
          <p:cNvPr id="593" name="Google Shape;593;p78"/>
          <p:cNvSpPr/>
          <p:nvPr/>
        </p:nvSpPr>
        <p:spPr>
          <a:xfrm>
            <a:off x="272650" y="3815484"/>
            <a:ext cx="8601300" cy="5097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594" name="Google Shape;594;p78"/>
          <p:cNvSpPr txBox="1"/>
          <p:nvPr>
            <p:ph idx="5" type="subTitle"/>
          </p:nvPr>
        </p:nvSpPr>
        <p:spPr>
          <a:xfrm>
            <a:off x="272650" y="3842514"/>
            <a:ext cx="8601300" cy="474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Font typeface="Della Respira"/>
              <a:buNone/>
              <a:defRPr sz="2200">
                <a:latin typeface="Della Respira"/>
                <a:ea typeface="Della Respira"/>
                <a:cs typeface="Della Respira"/>
                <a:sym typeface="Della Respira"/>
              </a:defRPr>
            </a:lvl1pPr>
            <a:lvl2pPr lvl="1">
              <a:spcBef>
                <a:spcPts val="0"/>
              </a:spcBef>
              <a:spcAft>
                <a:spcPts val="0"/>
              </a:spcAft>
              <a:buSzPts val="2200"/>
              <a:buFont typeface="Della Respira"/>
              <a:buNone/>
              <a:defRPr sz="2200">
                <a:latin typeface="Della Respira"/>
                <a:ea typeface="Della Respira"/>
                <a:cs typeface="Della Respira"/>
                <a:sym typeface="Della Respira"/>
              </a:defRPr>
            </a:lvl2pPr>
            <a:lvl3pPr lvl="2">
              <a:spcBef>
                <a:spcPts val="0"/>
              </a:spcBef>
              <a:spcAft>
                <a:spcPts val="0"/>
              </a:spcAft>
              <a:buSzPts val="2200"/>
              <a:buFont typeface="Della Respira"/>
              <a:buNone/>
              <a:defRPr sz="2200">
                <a:latin typeface="Della Respira"/>
                <a:ea typeface="Della Respira"/>
                <a:cs typeface="Della Respira"/>
                <a:sym typeface="Della Respira"/>
              </a:defRPr>
            </a:lvl3pPr>
            <a:lvl4pPr lvl="3">
              <a:spcBef>
                <a:spcPts val="0"/>
              </a:spcBef>
              <a:spcAft>
                <a:spcPts val="0"/>
              </a:spcAft>
              <a:buSzPts val="2200"/>
              <a:buFont typeface="Della Respira"/>
              <a:buNone/>
              <a:defRPr sz="2200">
                <a:latin typeface="Della Respira"/>
                <a:ea typeface="Della Respira"/>
                <a:cs typeface="Della Respira"/>
                <a:sym typeface="Della Respira"/>
              </a:defRPr>
            </a:lvl4pPr>
            <a:lvl5pPr lvl="4">
              <a:spcBef>
                <a:spcPts val="0"/>
              </a:spcBef>
              <a:spcAft>
                <a:spcPts val="0"/>
              </a:spcAft>
              <a:buSzPts val="2200"/>
              <a:buFont typeface="Della Respira"/>
              <a:buNone/>
              <a:defRPr sz="2200">
                <a:latin typeface="Della Respira"/>
                <a:ea typeface="Della Respira"/>
                <a:cs typeface="Della Respira"/>
                <a:sym typeface="Della Respira"/>
              </a:defRPr>
            </a:lvl5pPr>
            <a:lvl6pPr lvl="5">
              <a:spcBef>
                <a:spcPts val="0"/>
              </a:spcBef>
              <a:spcAft>
                <a:spcPts val="0"/>
              </a:spcAft>
              <a:buSzPts val="2200"/>
              <a:buFont typeface="Della Respira"/>
              <a:buNone/>
              <a:defRPr sz="2200">
                <a:latin typeface="Della Respira"/>
                <a:ea typeface="Della Respira"/>
                <a:cs typeface="Della Respira"/>
                <a:sym typeface="Della Respira"/>
              </a:defRPr>
            </a:lvl6pPr>
            <a:lvl7pPr lvl="6">
              <a:spcBef>
                <a:spcPts val="0"/>
              </a:spcBef>
              <a:spcAft>
                <a:spcPts val="0"/>
              </a:spcAft>
              <a:buSzPts val="2200"/>
              <a:buFont typeface="Della Respira"/>
              <a:buNone/>
              <a:defRPr sz="2200">
                <a:latin typeface="Della Respira"/>
                <a:ea typeface="Della Respira"/>
                <a:cs typeface="Della Respira"/>
                <a:sym typeface="Della Respira"/>
              </a:defRPr>
            </a:lvl7pPr>
            <a:lvl8pPr lvl="7">
              <a:spcBef>
                <a:spcPts val="0"/>
              </a:spcBef>
              <a:spcAft>
                <a:spcPts val="0"/>
              </a:spcAft>
              <a:buSzPts val="2200"/>
              <a:buFont typeface="Della Respira"/>
              <a:buNone/>
              <a:defRPr sz="2200">
                <a:latin typeface="Della Respira"/>
                <a:ea typeface="Della Respira"/>
                <a:cs typeface="Della Respira"/>
                <a:sym typeface="Della Respira"/>
              </a:defRPr>
            </a:lvl8pPr>
            <a:lvl9pPr lvl="8">
              <a:spcBef>
                <a:spcPts val="0"/>
              </a:spcBef>
              <a:spcAft>
                <a:spcPts val="0"/>
              </a:spcAft>
              <a:buSzPts val="2200"/>
              <a:buFont typeface="Della Respira"/>
              <a:buNone/>
              <a:defRPr sz="2200">
                <a:latin typeface="Della Respira"/>
                <a:ea typeface="Della Respira"/>
                <a:cs typeface="Della Respira"/>
                <a:sym typeface="Della Respira"/>
              </a:defRPr>
            </a:lvl9pPr>
          </a:lstStyle>
          <a:p/>
        </p:txBody>
      </p:sp>
      <p:sp>
        <p:nvSpPr>
          <p:cNvPr id="595" name="Google Shape;595;p78"/>
          <p:cNvSpPr/>
          <p:nvPr/>
        </p:nvSpPr>
        <p:spPr>
          <a:xfrm>
            <a:off x="272650" y="4432324"/>
            <a:ext cx="8601300" cy="5097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596" name="Google Shape;596;p78"/>
          <p:cNvSpPr txBox="1"/>
          <p:nvPr>
            <p:ph idx="6" type="subTitle"/>
          </p:nvPr>
        </p:nvSpPr>
        <p:spPr>
          <a:xfrm>
            <a:off x="272650" y="4459354"/>
            <a:ext cx="8601300" cy="474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Font typeface="Della Respira"/>
              <a:buNone/>
              <a:defRPr sz="2200">
                <a:latin typeface="Della Respira"/>
                <a:ea typeface="Della Respira"/>
                <a:cs typeface="Della Respira"/>
                <a:sym typeface="Della Respira"/>
              </a:defRPr>
            </a:lvl1pPr>
            <a:lvl2pPr lvl="1">
              <a:spcBef>
                <a:spcPts val="0"/>
              </a:spcBef>
              <a:spcAft>
                <a:spcPts val="0"/>
              </a:spcAft>
              <a:buSzPts val="2200"/>
              <a:buFont typeface="Della Respira"/>
              <a:buNone/>
              <a:defRPr sz="2200">
                <a:latin typeface="Della Respira"/>
                <a:ea typeface="Della Respira"/>
                <a:cs typeface="Della Respira"/>
                <a:sym typeface="Della Respira"/>
              </a:defRPr>
            </a:lvl2pPr>
            <a:lvl3pPr lvl="2">
              <a:spcBef>
                <a:spcPts val="0"/>
              </a:spcBef>
              <a:spcAft>
                <a:spcPts val="0"/>
              </a:spcAft>
              <a:buSzPts val="2200"/>
              <a:buFont typeface="Della Respira"/>
              <a:buNone/>
              <a:defRPr sz="2200">
                <a:latin typeface="Della Respira"/>
                <a:ea typeface="Della Respira"/>
                <a:cs typeface="Della Respira"/>
                <a:sym typeface="Della Respira"/>
              </a:defRPr>
            </a:lvl3pPr>
            <a:lvl4pPr lvl="3">
              <a:spcBef>
                <a:spcPts val="0"/>
              </a:spcBef>
              <a:spcAft>
                <a:spcPts val="0"/>
              </a:spcAft>
              <a:buSzPts val="2200"/>
              <a:buFont typeface="Della Respira"/>
              <a:buNone/>
              <a:defRPr sz="2200">
                <a:latin typeface="Della Respira"/>
                <a:ea typeface="Della Respira"/>
                <a:cs typeface="Della Respira"/>
                <a:sym typeface="Della Respira"/>
              </a:defRPr>
            </a:lvl4pPr>
            <a:lvl5pPr lvl="4">
              <a:spcBef>
                <a:spcPts val="0"/>
              </a:spcBef>
              <a:spcAft>
                <a:spcPts val="0"/>
              </a:spcAft>
              <a:buSzPts val="2200"/>
              <a:buFont typeface="Della Respira"/>
              <a:buNone/>
              <a:defRPr sz="2200">
                <a:latin typeface="Della Respira"/>
                <a:ea typeface="Della Respira"/>
                <a:cs typeface="Della Respira"/>
                <a:sym typeface="Della Respira"/>
              </a:defRPr>
            </a:lvl5pPr>
            <a:lvl6pPr lvl="5">
              <a:spcBef>
                <a:spcPts val="0"/>
              </a:spcBef>
              <a:spcAft>
                <a:spcPts val="0"/>
              </a:spcAft>
              <a:buSzPts val="2200"/>
              <a:buFont typeface="Della Respira"/>
              <a:buNone/>
              <a:defRPr sz="2200">
                <a:latin typeface="Della Respira"/>
                <a:ea typeface="Della Respira"/>
                <a:cs typeface="Della Respira"/>
                <a:sym typeface="Della Respira"/>
              </a:defRPr>
            </a:lvl6pPr>
            <a:lvl7pPr lvl="6">
              <a:spcBef>
                <a:spcPts val="0"/>
              </a:spcBef>
              <a:spcAft>
                <a:spcPts val="0"/>
              </a:spcAft>
              <a:buSzPts val="2200"/>
              <a:buFont typeface="Della Respira"/>
              <a:buNone/>
              <a:defRPr sz="2200">
                <a:latin typeface="Della Respira"/>
                <a:ea typeface="Della Respira"/>
                <a:cs typeface="Della Respira"/>
                <a:sym typeface="Della Respira"/>
              </a:defRPr>
            </a:lvl7pPr>
            <a:lvl8pPr lvl="7">
              <a:spcBef>
                <a:spcPts val="0"/>
              </a:spcBef>
              <a:spcAft>
                <a:spcPts val="0"/>
              </a:spcAft>
              <a:buSzPts val="2200"/>
              <a:buFont typeface="Della Respira"/>
              <a:buNone/>
              <a:defRPr sz="2200">
                <a:latin typeface="Della Respira"/>
                <a:ea typeface="Della Respira"/>
                <a:cs typeface="Della Respira"/>
                <a:sym typeface="Della Respira"/>
              </a:defRPr>
            </a:lvl8pPr>
            <a:lvl9pPr lvl="8">
              <a:spcBef>
                <a:spcPts val="0"/>
              </a:spcBef>
              <a:spcAft>
                <a:spcPts val="0"/>
              </a:spcAft>
              <a:buSzPts val="2200"/>
              <a:buFont typeface="Della Respira"/>
              <a:buNone/>
              <a:defRPr sz="2200">
                <a:latin typeface="Della Respira"/>
                <a:ea typeface="Della Respira"/>
                <a:cs typeface="Della Respira"/>
                <a:sym typeface="Della Respira"/>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27">
    <p:spTree>
      <p:nvGrpSpPr>
        <p:cNvPr id="597" name="Shape 597"/>
        <p:cNvGrpSpPr/>
        <p:nvPr/>
      </p:nvGrpSpPr>
      <p:grpSpPr>
        <a:xfrm>
          <a:off x="0" y="0"/>
          <a:ext cx="0" cy="0"/>
          <a:chOff x="0" y="0"/>
          <a:chExt cx="0" cy="0"/>
        </a:xfrm>
      </p:grpSpPr>
      <p:sp>
        <p:nvSpPr>
          <p:cNvPr id="598" name="Google Shape;598;p79"/>
          <p:cNvSpPr/>
          <p:nvPr/>
        </p:nvSpPr>
        <p:spPr>
          <a:xfrm>
            <a:off x="4672650" y="1348125"/>
            <a:ext cx="4201200" cy="3510600"/>
          </a:xfrm>
          <a:prstGeom prst="roundRect">
            <a:avLst>
              <a:gd fmla="val 5734"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599" name="Google Shape;599;p79"/>
          <p:cNvSpPr txBox="1"/>
          <p:nvPr>
            <p:ph idx="1" type="body"/>
          </p:nvPr>
        </p:nvSpPr>
        <p:spPr>
          <a:xfrm>
            <a:off x="4889250" y="1503725"/>
            <a:ext cx="3768000" cy="30132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00" name="Google Shape;600;p79"/>
          <p:cNvSpPr/>
          <p:nvPr>
            <p:ph idx="2" type="pic"/>
          </p:nvPr>
        </p:nvSpPr>
        <p:spPr>
          <a:xfrm>
            <a:off x="274950" y="1352225"/>
            <a:ext cx="4201200" cy="3510600"/>
          </a:xfrm>
          <a:prstGeom prst="roundRect">
            <a:avLst>
              <a:gd fmla="val 5298" name="adj"/>
            </a:avLst>
          </a:prstGeom>
          <a:noFill/>
          <a:ln cap="flat" cmpd="sng" w="9525">
            <a:solidFill>
              <a:srgbClr val="000000"/>
            </a:solidFill>
            <a:prstDash val="solid"/>
            <a:round/>
            <a:headEnd len="sm" w="sm" type="none"/>
            <a:tailEnd len="sm" w="sm" type="none"/>
          </a:ln>
        </p:spPr>
      </p:sp>
      <p:sp>
        <p:nvSpPr>
          <p:cNvPr id="601" name="Google Shape;601;p79"/>
          <p:cNvSpPr/>
          <p:nvPr/>
        </p:nvSpPr>
        <p:spPr>
          <a:xfrm>
            <a:off x="274950" y="284775"/>
            <a:ext cx="8598900" cy="85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602" name="Google Shape;602;p79"/>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28">
    <p:bg>
      <p:bgPr>
        <a:solidFill>
          <a:schemeClr val="lt2"/>
        </a:solidFill>
      </p:bgPr>
    </p:bg>
    <p:spTree>
      <p:nvGrpSpPr>
        <p:cNvPr id="603" name="Shape 603"/>
        <p:cNvGrpSpPr/>
        <p:nvPr/>
      </p:nvGrpSpPr>
      <p:grpSpPr>
        <a:xfrm>
          <a:off x="0" y="0"/>
          <a:ext cx="0" cy="0"/>
          <a:chOff x="0" y="0"/>
          <a:chExt cx="0" cy="0"/>
        </a:xfrm>
      </p:grpSpPr>
      <p:sp>
        <p:nvSpPr>
          <p:cNvPr id="604" name="Google Shape;604;p80"/>
          <p:cNvSpPr/>
          <p:nvPr/>
        </p:nvSpPr>
        <p:spPr>
          <a:xfrm>
            <a:off x="4672650" y="1945525"/>
            <a:ext cx="42012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605" name="Google Shape;605;p80"/>
          <p:cNvSpPr txBox="1"/>
          <p:nvPr>
            <p:ph idx="1" type="body"/>
          </p:nvPr>
        </p:nvSpPr>
        <p:spPr>
          <a:xfrm>
            <a:off x="4901050" y="2141437"/>
            <a:ext cx="3768000" cy="237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06" name="Google Shape;606;p80"/>
          <p:cNvSpPr/>
          <p:nvPr/>
        </p:nvSpPr>
        <p:spPr>
          <a:xfrm>
            <a:off x="274950" y="1945525"/>
            <a:ext cx="42012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607" name="Google Shape;607;p80"/>
          <p:cNvSpPr txBox="1"/>
          <p:nvPr>
            <p:ph idx="2" type="body"/>
          </p:nvPr>
        </p:nvSpPr>
        <p:spPr>
          <a:xfrm>
            <a:off x="503350" y="2141437"/>
            <a:ext cx="3768000" cy="237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08" name="Google Shape;608;p80"/>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609" name="Google Shape;609;p80"/>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610" name="Google Shape;610;p80"/>
          <p:cNvSpPr/>
          <p:nvPr/>
        </p:nvSpPr>
        <p:spPr>
          <a:xfrm>
            <a:off x="275100" y="1342725"/>
            <a:ext cx="42012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611" name="Google Shape;611;p80"/>
          <p:cNvSpPr txBox="1"/>
          <p:nvPr>
            <p:ph idx="3" type="subTitle"/>
          </p:nvPr>
        </p:nvSpPr>
        <p:spPr>
          <a:xfrm>
            <a:off x="274950" y="1373150"/>
            <a:ext cx="42012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612" name="Google Shape;612;p80"/>
          <p:cNvSpPr/>
          <p:nvPr/>
        </p:nvSpPr>
        <p:spPr>
          <a:xfrm>
            <a:off x="4672725" y="1342725"/>
            <a:ext cx="42012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613" name="Google Shape;613;p80"/>
          <p:cNvSpPr txBox="1"/>
          <p:nvPr>
            <p:ph idx="4" type="subTitle"/>
          </p:nvPr>
        </p:nvSpPr>
        <p:spPr>
          <a:xfrm>
            <a:off x="4672575" y="1373150"/>
            <a:ext cx="42012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9">
    <p:bg>
      <p:bgPr>
        <a:solidFill>
          <a:schemeClr val="lt2"/>
        </a:solidFill>
      </p:bgPr>
    </p:bg>
    <p:spTree>
      <p:nvGrpSpPr>
        <p:cNvPr id="614" name="Shape 614"/>
        <p:cNvGrpSpPr/>
        <p:nvPr/>
      </p:nvGrpSpPr>
      <p:grpSpPr>
        <a:xfrm>
          <a:off x="0" y="0"/>
          <a:ext cx="0" cy="0"/>
          <a:chOff x="0" y="0"/>
          <a:chExt cx="0" cy="0"/>
        </a:xfrm>
      </p:grpSpPr>
      <p:sp>
        <p:nvSpPr>
          <p:cNvPr id="615" name="Google Shape;615;p81"/>
          <p:cNvSpPr/>
          <p:nvPr/>
        </p:nvSpPr>
        <p:spPr>
          <a:xfrm>
            <a:off x="274950" y="1945525"/>
            <a:ext cx="27219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616" name="Google Shape;616;p81"/>
          <p:cNvSpPr txBox="1"/>
          <p:nvPr>
            <p:ph idx="1" type="body"/>
          </p:nvPr>
        </p:nvSpPr>
        <p:spPr>
          <a:xfrm>
            <a:off x="392094" y="2141437"/>
            <a:ext cx="2487600" cy="237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17" name="Google Shape;617;p81"/>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618" name="Google Shape;618;p81"/>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619" name="Google Shape;619;p81"/>
          <p:cNvSpPr/>
          <p:nvPr/>
        </p:nvSpPr>
        <p:spPr>
          <a:xfrm>
            <a:off x="275047" y="1342725"/>
            <a:ext cx="27219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620" name="Google Shape;620;p81"/>
          <p:cNvSpPr txBox="1"/>
          <p:nvPr>
            <p:ph idx="2" type="subTitle"/>
          </p:nvPr>
        </p:nvSpPr>
        <p:spPr>
          <a:xfrm>
            <a:off x="274950" y="1373150"/>
            <a:ext cx="27219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621" name="Google Shape;621;p81"/>
          <p:cNvSpPr/>
          <p:nvPr/>
        </p:nvSpPr>
        <p:spPr>
          <a:xfrm>
            <a:off x="3211000" y="1945525"/>
            <a:ext cx="27219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622" name="Google Shape;622;p81"/>
          <p:cNvSpPr txBox="1"/>
          <p:nvPr>
            <p:ph idx="3" type="body"/>
          </p:nvPr>
        </p:nvSpPr>
        <p:spPr>
          <a:xfrm>
            <a:off x="3328144" y="2141437"/>
            <a:ext cx="2487600" cy="237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23" name="Google Shape;623;p81"/>
          <p:cNvSpPr/>
          <p:nvPr/>
        </p:nvSpPr>
        <p:spPr>
          <a:xfrm>
            <a:off x="3211097" y="1342725"/>
            <a:ext cx="27219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624" name="Google Shape;624;p81"/>
          <p:cNvSpPr txBox="1"/>
          <p:nvPr>
            <p:ph idx="4" type="subTitle"/>
          </p:nvPr>
        </p:nvSpPr>
        <p:spPr>
          <a:xfrm>
            <a:off x="3211000" y="1373150"/>
            <a:ext cx="27219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625" name="Google Shape;625;p81"/>
          <p:cNvSpPr/>
          <p:nvPr/>
        </p:nvSpPr>
        <p:spPr>
          <a:xfrm>
            <a:off x="6147150" y="1945525"/>
            <a:ext cx="27219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626" name="Google Shape;626;p81"/>
          <p:cNvSpPr txBox="1"/>
          <p:nvPr>
            <p:ph idx="5" type="body"/>
          </p:nvPr>
        </p:nvSpPr>
        <p:spPr>
          <a:xfrm>
            <a:off x="6264294" y="2141437"/>
            <a:ext cx="2487600" cy="237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27" name="Google Shape;627;p81"/>
          <p:cNvSpPr/>
          <p:nvPr/>
        </p:nvSpPr>
        <p:spPr>
          <a:xfrm>
            <a:off x="6147247" y="1342725"/>
            <a:ext cx="27219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628" name="Google Shape;628;p81"/>
          <p:cNvSpPr txBox="1"/>
          <p:nvPr>
            <p:ph idx="6" type="subTitle"/>
          </p:nvPr>
        </p:nvSpPr>
        <p:spPr>
          <a:xfrm>
            <a:off x="6147150" y="1373150"/>
            <a:ext cx="27219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0">
    <p:bg>
      <p:bgPr>
        <a:solidFill>
          <a:schemeClr val="lt2"/>
        </a:solidFill>
      </p:bgPr>
    </p:bg>
    <p:spTree>
      <p:nvGrpSpPr>
        <p:cNvPr id="629" name="Shape 629"/>
        <p:cNvGrpSpPr/>
        <p:nvPr/>
      </p:nvGrpSpPr>
      <p:grpSpPr>
        <a:xfrm>
          <a:off x="0" y="0"/>
          <a:ext cx="0" cy="0"/>
          <a:chOff x="0" y="0"/>
          <a:chExt cx="0" cy="0"/>
        </a:xfrm>
      </p:grpSpPr>
      <p:sp>
        <p:nvSpPr>
          <p:cNvPr id="630" name="Google Shape;630;p82"/>
          <p:cNvSpPr/>
          <p:nvPr/>
        </p:nvSpPr>
        <p:spPr>
          <a:xfrm>
            <a:off x="274950" y="1945525"/>
            <a:ext cx="20595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631" name="Google Shape;631;p82"/>
          <p:cNvSpPr txBox="1"/>
          <p:nvPr>
            <p:ph idx="1" type="body"/>
          </p:nvPr>
        </p:nvSpPr>
        <p:spPr>
          <a:xfrm>
            <a:off x="363575" y="2098999"/>
            <a:ext cx="1881900" cy="26415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32" name="Google Shape;632;p82"/>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633" name="Google Shape;633;p82"/>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634" name="Google Shape;634;p82"/>
          <p:cNvSpPr/>
          <p:nvPr/>
        </p:nvSpPr>
        <p:spPr>
          <a:xfrm>
            <a:off x="275024" y="1342725"/>
            <a:ext cx="20595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635" name="Google Shape;635;p82"/>
          <p:cNvSpPr txBox="1"/>
          <p:nvPr>
            <p:ph idx="2" type="subTitle"/>
          </p:nvPr>
        </p:nvSpPr>
        <p:spPr>
          <a:xfrm>
            <a:off x="274950" y="1373150"/>
            <a:ext cx="20595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636" name="Google Shape;636;p82"/>
          <p:cNvSpPr/>
          <p:nvPr/>
        </p:nvSpPr>
        <p:spPr>
          <a:xfrm>
            <a:off x="2454747" y="1945525"/>
            <a:ext cx="20595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637" name="Google Shape;637;p82"/>
          <p:cNvSpPr txBox="1"/>
          <p:nvPr>
            <p:ph idx="3" type="body"/>
          </p:nvPr>
        </p:nvSpPr>
        <p:spPr>
          <a:xfrm>
            <a:off x="2543370" y="2098999"/>
            <a:ext cx="1881900" cy="26415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38" name="Google Shape;638;p82"/>
          <p:cNvSpPr/>
          <p:nvPr/>
        </p:nvSpPr>
        <p:spPr>
          <a:xfrm>
            <a:off x="2454820" y="1342725"/>
            <a:ext cx="20595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639" name="Google Shape;639;p82"/>
          <p:cNvSpPr txBox="1"/>
          <p:nvPr>
            <p:ph idx="4" type="subTitle"/>
          </p:nvPr>
        </p:nvSpPr>
        <p:spPr>
          <a:xfrm>
            <a:off x="2454747" y="1373150"/>
            <a:ext cx="20595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640" name="Google Shape;640;p82"/>
          <p:cNvSpPr/>
          <p:nvPr/>
        </p:nvSpPr>
        <p:spPr>
          <a:xfrm>
            <a:off x="4634609" y="1945525"/>
            <a:ext cx="20595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641" name="Google Shape;641;p82"/>
          <p:cNvSpPr txBox="1"/>
          <p:nvPr>
            <p:ph idx="5" type="body"/>
          </p:nvPr>
        </p:nvSpPr>
        <p:spPr>
          <a:xfrm>
            <a:off x="4723231" y="2098999"/>
            <a:ext cx="1881900" cy="26415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42" name="Google Shape;642;p82"/>
          <p:cNvSpPr/>
          <p:nvPr/>
        </p:nvSpPr>
        <p:spPr>
          <a:xfrm>
            <a:off x="4634683" y="1342725"/>
            <a:ext cx="20595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643" name="Google Shape;643;p82"/>
          <p:cNvSpPr txBox="1"/>
          <p:nvPr>
            <p:ph idx="6" type="subTitle"/>
          </p:nvPr>
        </p:nvSpPr>
        <p:spPr>
          <a:xfrm>
            <a:off x="4634609" y="1373150"/>
            <a:ext cx="20595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644" name="Google Shape;644;p82"/>
          <p:cNvSpPr/>
          <p:nvPr/>
        </p:nvSpPr>
        <p:spPr>
          <a:xfrm>
            <a:off x="6814406" y="1945525"/>
            <a:ext cx="20595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645" name="Google Shape;645;p82"/>
          <p:cNvSpPr txBox="1"/>
          <p:nvPr>
            <p:ph idx="7" type="body"/>
          </p:nvPr>
        </p:nvSpPr>
        <p:spPr>
          <a:xfrm>
            <a:off x="6903026" y="2098999"/>
            <a:ext cx="1881900" cy="26415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46" name="Google Shape;646;p82"/>
          <p:cNvSpPr/>
          <p:nvPr/>
        </p:nvSpPr>
        <p:spPr>
          <a:xfrm>
            <a:off x="6814480" y="1342725"/>
            <a:ext cx="20595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647" name="Google Shape;647;p82"/>
          <p:cNvSpPr txBox="1"/>
          <p:nvPr>
            <p:ph idx="8" type="subTitle"/>
          </p:nvPr>
        </p:nvSpPr>
        <p:spPr>
          <a:xfrm>
            <a:off x="6814406" y="1373150"/>
            <a:ext cx="20595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Image">
  <p:cSld name="CUSTOM_31">
    <p:spTree>
      <p:nvGrpSpPr>
        <p:cNvPr id="648" name="Shape 648"/>
        <p:cNvGrpSpPr/>
        <p:nvPr/>
      </p:nvGrpSpPr>
      <p:grpSpPr>
        <a:xfrm>
          <a:off x="0" y="0"/>
          <a:ext cx="0" cy="0"/>
          <a:chOff x="0" y="0"/>
          <a:chExt cx="0" cy="0"/>
        </a:xfrm>
      </p:grpSpPr>
      <p:sp>
        <p:nvSpPr>
          <p:cNvPr id="649" name="Google Shape;649;p83"/>
          <p:cNvSpPr/>
          <p:nvPr>
            <p:ph idx="2" type="pic"/>
          </p:nvPr>
        </p:nvSpPr>
        <p:spPr>
          <a:xfrm>
            <a:off x="274950" y="1352225"/>
            <a:ext cx="8598900" cy="3510600"/>
          </a:xfrm>
          <a:prstGeom prst="roundRect">
            <a:avLst>
              <a:gd fmla="val 5298" name="adj"/>
            </a:avLst>
          </a:prstGeom>
          <a:noFill/>
          <a:ln cap="flat" cmpd="sng" w="9525">
            <a:solidFill>
              <a:srgbClr val="000000"/>
            </a:solidFill>
            <a:prstDash val="solid"/>
            <a:round/>
            <a:headEnd len="sm" w="sm" type="none"/>
            <a:tailEnd len="sm" w="sm" type="none"/>
          </a:ln>
        </p:spPr>
      </p:sp>
      <p:sp>
        <p:nvSpPr>
          <p:cNvPr id="650" name="Google Shape;650;p83"/>
          <p:cNvSpPr/>
          <p:nvPr/>
        </p:nvSpPr>
        <p:spPr>
          <a:xfrm>
            <a:off x="274950" y="284775"/>
            <a:ext cx="8598900" cy="85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651" name="Google Shape;651;p83"/>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32">
    <p:bg>
      <p:bgPr>
        <a:solidFill>
          <a:schemeClr val="dk2"/>
        </a:solidFill>
      </p:bgPr>
    </p:bg>
    <p:spTree>
      <p:nvGrpSpPr>
        <p:cNvPr id="652" name="Shape 652"/>
        <p:cNvGrpSpPr/>
        <p:nvPr/>
      </p:nvGrpSpPr>
      <p:grpSpPr>
        <a:xfrm>
          <a:off x="0" y="0"/>
          <a:ext cx="0" cy="0"/>
          <a:chOff x="0" y="0"/>
          <a:chExt cx="0" cy="0"/>
        </a:xfrm>
      </p:grpSpPr>
      <p:sp>
        <p:nvSpPr>
          <p:cNvPr id="653" name="Google Shape;653;p84"/>
          <p:cNvSpPr/>
          <p:nvPr/>
        </p:nvSpPr>
        <p:spPr>
          <a:xfrm>
            <a:off x="4672650" y="3723950"/>
            <a:ext cx="4201200" cy="11289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654" name="Google Shape;654;p84"/>
          <p:cNvSpPr/>
          <p:nvPr/>
        </p:nvSpPr>
        <p:spPr>
          <a:xfrm>
            <a:off x="274950" y="3723950"/>
            <a:ext cx="4201200" cy="11289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655" name="Google Shape;655;p84"/>
          <p:cNvSpPr txBox="1"/>
          <p:nvPr>
            <p:ph idx="1" type="body"/>
          </p:nvPr>
        </p:nvSpPr>
        <p:spPr>
          <a:xfrm>
            <a:off x="392400" y="3829313"/>
            <a:ext cx="3987600" cy="9180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56" name="Google Shape;656;p84"/>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657" name="Google Shape;657;p84"/>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658" name="Google Shape;658;p84"/>
          <p:cNvSpPr/>
          <p:nvPr/>
        </p:nvSpPr>
        <p:spPr>
          <a:xfrm>
            <a:off x="275100" y="1279100"/>
            <a:ext cx="42012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659" name="Google Shape;659;p84"/>
          <p:cNvSpPr txBox="1"/>
          <p:nvPr>
            <p:ph idx="2" type="subTitle"/>
          </p:nvPr>
        </p:nvSpPr>
        <p:spPr>
          <a:xfrm>
            <a:off x="274950" y="1309525"/>
            <a:ext cx="42012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660" name="Google Shape;660;p84"/>
          <p:cNvSpPr/>
          <p:nvPr/>
        </p:nvSpPr>
        <p:spPr>
          <a:xfrm>
            <a:off x="4672725" y="1279100"/>
            <a:ext cx="42012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661" name="Google Shape;661;p84"/>
          <p:cNvSpPr txBox="1"/>
          <p:nvPr>
            <p:ph idx="3" type="subTitle"/>
          </p:nvPr>
        </p:nvSpPr>
        <p:spPr>
          <a:xfrm>
            <a:off x="4672575" y="1309525"/>
            <a:ext cx="42012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662" name="Google Shape;662;p84"/>
          <p:cNvSpPr/>
          <p:nvPr>
            <p:ph idx="4" type="pic"/>
          </p:nvPr>
        </p:nvSpPr>
        <p:spPr>
          <a:xfrm>
            <a:off x="274950" y="1822175"/>
            <a:ext cx="4201200" cy="1785900"/>
          </a:xfrm>
          <a:prstGeom prst="roundRect">
            <a:avLst>
              <a:gd fmla="val 5298" name="adj"/>
            </a:avLst>
          </a:prstGeom>
          <a:noFill/>
          <a:ln cap="flat" cmpd="sng" w="9525">
            <a:solidFill>
              <a:srgbClr val="000000"/>
            </a:solidFill>
            <a:prstDash val="solid"/>
            <a:round/>
            <a:headEnd len="sm" w="sm" type="none"/>
            <a:tailEnd len="sm" w="sm" type="none"/>
          </a:ln>
        </p:spPr>
      </p:sp>
      <p:sp>
        <p:nvSpPr>
          <p:cNvPr id="663" name="Google Shape;663;p84"/>
          <p:cNvSpPr txBox="1"/>
          <p:nvPr>
            <p:ph idx="5" type="body"/>
          </p:nvPr>
        </p:nvSpPr>
        <p:spPr>
          <a:xfrm>
            <a:off x="4779375" y="3829313"/>
            <a:ext cx="3987600" cy="9180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64" name="Google Shape;664;p84"/>
          <p:cNvSpPr/>
          <p:nvPr>
            <p:ph idx="6" type="pic"/>
          </p:nvPr>
        </p:nvSpPr>
        <p:spPr>
          <a:xfrm>
            <a:off x="4672575" y="1822175"/>
            <a:ext cx="4201200" cy="1785900"/>
          </a:xfrm>
          <a:prstGeom prst="roundRect">
            <a:avLst>
              <a:gd fmla="val 5298" name="adj"/>
            </a:avLst>
          </a:prstGeom>
          <a:noFill/>
          <a:ln cap="flat" cmpd="sng" w="9525">
            <a:solidFill>
              <a:srgbClr val="000000"/>
            </a:solidFill>
            <a:prstDash val="solid"/>
            <a:round/>
            <a:headEnd len="sm" w="sm" type="none"/>
            <a:tailEnd len="sm" w="sm" type="none"/>
          </a:ln>
        </p:spPr>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33">
    <p:bg>
      <p:bgPr>
        <a:solidFill>
          <a:schemeClr val="dk2"/>
        </a:solidFill>
      </p:bgPr>
    </p:bg>
    <p:spTree>
      <p:nvGrpSpPr>
        <p:cNvPr id="665" name="Shape 665"/>
        <p:cNvGrpSpPr/>
        <p:nvPr/>
      </p:nvGrpSpPr>
      <p:grpSpPr>
        <a:xfrm>
          <a:off x="0" y="0"/>
          <a:ext cx="0" cy="0"/>
          <a:chOff x="0" y="0"/>
          <a:chExt cx="0" cy="0"/>
        </a:xfrm>
      </p:grpSpPr>
      <p:sp>
        <p:nvSpPr>
          <p:cNvPr id="666" name="Google Shape;666;p85"/>
          <p:cNvSpPr/>
          <p:nvPr/>
        </p:nvSpPr>
        <p:spPr>
          <a:xfrm>
            <a:off x="3185399" y="3723950"/>
            <a:ext cx="2780400" cy="11289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667" name="Google Shape;667;p85"/>
          <p:cNvSpPr/>
          <p:nvPr/>
        </p:nvSpPr>
        <p:spPr>
          <a:xfrm>
            <a:off x="274950" y="3723950"/>
            <a:ext cx="2780400" cy="11289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668" name="Google Shape;668;p85"/>
          <p:cNvSpPr txBox="1"/>
          <p:nvPr>
            <p:ph idx="1" type="body"/>
          </p:nvPr>
        </p:nvSpPr>
        <p:spPr>
          <a:xfrm>
            <a:off x="352680" y="3829313"/>
            <a:ext cx="2639100" cy="9180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69" name="Google Shape;669;p85"/>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670" name="Google Shape;670;p85"/>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671" name="Google Shape;671;p85"/>
          <p:cNvSpPr/>
          <p:nvPr/>
        </p:nvSpPr>
        <p:spPr>
          <a:xfrm>
            <a:off x="275049" y="1279100"/>
            <a:ext cx="27804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672" name="Google Shape;672;p85"/>
          <p:cNvSpPr txBox="1"/>
          <p:nvPr>
            <p:ph idx="2" type="subTitle"/>
          </p:nvPr>
        </p:nvSpPr>
        <p:spPr>
          <a:xfrm>
            <a:off x="274950" y="1309525"/>
            <a:ext cx="27804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673" name="Google Shape;673;p85"/>
          <p:cNvSpPr/>
          <p:nvPr/>
        </p:nvSpPr>
        <p:spPr>
          <a:xfrm>
            <a:off x="3185449" y="1279100"/>
            <a:ext cx="27804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674" name="Google Shape;674;p85"/>
          <p:cNvSpPr txBox="1"/>
          <p:nvPr>
            <p:ph idx="3" type="subTitle"/>
          </p:nvPr>
        </p:nvSpPr>
        <p:spPr>
          <a:xfrm>
            <a:off x="3185350" y="1309525"/>
            <a:ext cx="27804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675" name="Google Shape;675;p85"/>
          <p:cNvSpPr/>
          <p:nvPr>
            <p:ph idx="4" type="pic"/>
          </p:nvPr>
        </p:nvSpPr>
        <p:spPr>
          <a:xfrm>
            <a:off x="274950" y="1822175"/>
            <a:ext cx="2780400" cy="1785900"/>
          </a:xfrm>
          <a:prstGeom prst="roundRect">
            <a:avLst>
              <a:gd fmla="val 5298" name="adj"/>
            </a:avLst>
          </a:prstGeom>
          <a:noFill/>
          <a:ln cap="flat" cmpd="sng" w="9525">
            <a:solidFill>
              <a:srgbClr val="000000"/>
            </a:solidFill>
            <a:prstDash val="solid"/>
            <a:round/>
            <a:headEnd len="sm" w="sm" type="none"/>
            <a:tailEnd len="sm" w="sm" type="none"/>
          </a:ln>
        </p:spPr>
      </p:sp>
      <p:sp>
        <p:nvSpPr>
          <p:cNvPr id="676" name="Google Shape;676;p85"/>
          <p:cNvSpPr txBox="1"/>
          <p:nvPr>
            <p:ph idx="5" type="body"/>
          </p:nvPr>
        </p:nvSpPr>
        <p:spPr>
          <a:xfrm>
            <a:off x="3256031" y="3829313"/>
            <a:ext cx="2639100" cy="9180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77" name="Google Shape;677;p85"/>
          <p:cNvSpPr/>
          <p:nvPr>
            <p:ph idx="6" type="pic"/>
          </p:nvPr>
        </p:nvSpPr>
        <p:spPr>
          <a:xfrm>
            <a:off x="3185350" y="1822175"/>
            <a:ext cx="2780400" cy="1785900"/>
          </a:xfrm>
          <a:prstGeom prst="roundRect">
            <a:avLst>
              <a:gd fmla="val 5298" name="adj"/>
            </a:avLst>
          </a:prstGeom>
          <a:noFill/>
          <a:ln cap="flat" cmpd="sng" w="9525">
            <a:solidFill>
              <a:srgbClr val="000000"/>
            </a:solidFill>
            <a:prstDash val="solid"/>
            <a:round/>
            <a:headEnd len="sm" w="sm" type="none"/>
            <a:tailEnd len="sm" w="sm" type="none"/>
          </a:ln>
        </p:spPr>
      </p:sp>
      <p:sp>
        <p:nvSpPr>
          <p:cNvPr id="678" name="Google Shape;678;p85"/>
          <p:cNvSpPr/>
          <p:nvPr/>
        </p:nvSpPr>
        <p:spPr>
          <a:xfrm>
            <a:off x="6095809" y="3723950"/>
            <a:ext cx="2780400" cy="11289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679" name="Google Shape;679;p85"/>
          <p:cNvSpPr/>
          <p:nvPr/>
        </p:nvSpPr>
        <p:spPr>
          <a:xfrm>
            <a:off x="6095859" y="1279100"/>
            <a:ext cx="27804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680" name="Google Shape;680;p85"/>
          <p:cNvSpPr txBox="1"/>
          <p:nvPr>
            <p:ph idx="7" type="subTitle"/>
          </p:nvPr>
        </p:nvSpPr>
        <p:spPr>
          <a:xfrm>
            <a:off x="6095760" y="1309525"/>
            <a:ext cx="27804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681" name="Google Shape;681;p85"/>
          <p:cNvSpPr txBox="1"/>
          <p:nvPr>
            <p:ph idx="8" type="body"/>
          </p:nvPr>
        </p:nvSpPr>
        <p:spPr>
          <a:xfrm>
            <a:off x="6166441" y="3829313"/>
            <a:ext cx="2639100" cy="9180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82" name="Google Shape;682;p85"/>
          <p:cNvSpPr/>
          <p:nvPr>
            <p:ph idx="9" type="pic"/>
          </p:nvPr>
        </p:nvSpPr>
        <p:spPr>
          <a:xfrm>
            <a:off x="6095760" y="1822175"/>
            <a:ext cx="2780400" cy="1785900"/>
          </a:xfrm>
          <a:prstGeom prst="roundRect">
            <a:avLst>
              <a:gd fmla="val 5298" name="adj"/>
            </a:avLst>
          </a:prstGeom>
          <a:noFill/>
          <a:ln cap="flat" cmpd="sng" w="9525">
            <a:solidFill>
              <a:srgbClr val="000000"/>
            </a:solidFill>
            <a:prstDash val="solid"/>
            <a:round/>
            <a:headEnd len="sm" w="sm" type="none"/>
            <a:tailEnd len="sm" w="sm" type="none"/>
          </a:ln>
        </p:spPr>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34">
    <p:spTree>
      <p:nvGrpSpPr>
        <p:cNvPr id="683" name="Shape 683"/>
        <p:cNvGrpSpPr/>
        <p:nvPr/>
      </p:nvGrpSpPr>
      <p:grpSpPr>
        <a:xfrm>
          <a:off x="0" y="0"/>
          <a:ext cx="0" cy="0"/>
          <a:chOff x="0" y="0"/>
          <a:chExt cx="0" cy="0"/>
        </a:xfrm>
      </p:grpSpPr>
      <p:sp>
        <p:nvSpPr>
          <p:cNvPr id="684" name="Google Shape;684;p86"/>
          <p:cNvSpPr/>
          <p:nvPr>
            <p:ph idx="2" type="pic"/>
          </p:nvPr>
        </p:nvSpPr>
        <p:spPr>
          <a:xfrm>
            <a:off x="274950" y="273750"/>
            <a:ext cx="8598900" cy="4596000"/>
          </a:xfrm>
          <a:prstGeom prst="roundRect">
            <a:avLst>
              <a:gd fmla="val 5298" name="adj"/>
            </a:avLst>
          </a:prstGeom>
          <a:noFill/>
          <a:ln cap="flat" cmpd="sng" w="9525">
            <a:solidFill>
              <a:srgbClr val="000000"/>
            </a:solidFill>
            <a:prstDash val="solid"/>
            <a:round/>
            <a:headEnd len="sm" w="sm" type="none"/>
            <a:tailEnd len="sm" w="sm" type="none"/>
          </a:ln>
        </p:spPr>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35">
    <p:spTree>
      <p:nvGrpSpPr>
        <p:cNvPr id="685" name="Shape 685"/>
        <p:cNvGrpSpPr/>
        <p:nvPr/>
      </p:nvGrpSpPr>
      <p:grpSpPr>
        <a:xfrm>
          <a:off x="0" y="0"/>
          <a:ext cx="0" cy="0"/>
          <a:chOff x="0" y="0"/>
          <a:chExt cx="0" cy="0"/>
        </a:xfrm>
      </p:grpSpPr>
      <p:sp>
        <p:nvSpPr>
          <p:cNvPr id="686" name="Google Shape;686;p87"/>
          <p:cNvSpPr/>
          <p:nvPr>
            <p:ph idx="2" type="pic"/>
          </p:nvPr>
        </p:nvSpPr>
        <p:spPr>
          <a:xfrm>
            <a:off x="7186900" y="1350138"/>
            <a:ext cx="1685700" cy="3510600"/>
          </a:xfrm>
          <a:prstGeom prst="roundRect">
            <a:avLst>
              <a:gd fmla="val 9180" name="adj"/>
            </a:avLst>
          </a:prstGeom>
          <a:noFill/>
          <a:ln cap="flat" cmpd="sng" w="9525">
            <a:solidFill>
              <a:srgbClr val="000000"/>
            </a:solidFill>
            <a:prstDash val="solid"/>
            <a:round/>
            <a:headEnd len="sm" w="sm" type="none"/>
            <a:tailEnd len="sm" w="sm" type="none"/>
          </a:ln>
        </p:spPr>
      </p:sp>
      <p:sp>
        <p:nvSpPr>
          <p:cNvPr id="687" name="Google Shape;687;p87"/>
          <p:cNvSpPr/>
          <p:nvPr/>
        </p:nvSpPr>
        <p:spPr>
          <a:xfrm>
            <a:off x="273650" y="282688"/>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688" name="Google Shape;688;p87"/>
          <p:cNvSpPr txBox="1"/>
          <p:nvPr>
            <p:ph type="title"/>
          </p:nvPr>
        </p:nvSpPr>
        <p:spPr>
          <a:xfrm>
            <a:off x="271350" y="325027"/>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689" name="Google Shape;689;p87"/>
          <p:cNvSpPr/>
          <p:nvPr>
            <p:ph idx="3" type="pic"/>
          </p:nvPr>
        </p:nvSpPr>
        <p:spPr>
          <a:xfrm>
            <a:off x="273650" y="1350150"/>
            <a:ext cx="1636500" cy="1688400"/>
          </a:xfrm>
          <a:prstGeom prst="roundRect">
            <a:avLst>
              <a:gd fmla="val 9664" name="adj"/>
            </a:avLst>
          </a:prstGeom>
          <a:noFill/>
          <a:ln cap="flat" cmpd="sng" w="9525">
            <a:solidFill>
              <a:srgbClr val="000000"/>
            </a:solidFill>
            <a:prstDash val="solid"/>
            <a:round/>
            <a:headEnd len="sm" w="sm" type="none"/>
            <a:tailEnd len="sm" w="sm" type="none"/>
          </a:ln>
        </p:spPr>
      </p:sp>
      <p:sp>
        <p:nvSpPr>
          <p:cNvPr id="690" name="Google Shape;690;p87"/>
          <p:cNvSpPr/>
          <p:nvPr>
            <p:ph idx="4" type="pic"/>
          </p:nvPr>
        </p:nvSpPr>
        <p:spPr>
          <a:xfrm>
            <a:off x="1998688" y="1350150"/>
            <a:ext cx="1636500" cy="1688400"/>
          </a:xfrm>
          <a:prstGeom prst="roundRect">
            <a:avLst>
              <a:gd fmla="val 9664" name="adj"/>
            </a:avLst>
          </a:prstGeom>
          <a:noFill/>
          <a:ln cap="flat" cmpd="sng" w="9525">
            <a:solidFill>
              <a:srgbClr val="000000"/>
            </a:solidFill>
            <a:prstDash val="solid"/>
            <a:round/>
            <a:headEnd len="sm" w="sm" type="none"/>
            <a:tailEnd len="sm" w="sm" type="none"/>
          </a:ln>
        </p:spPr>
      </p:sp>
      <p:sp>
        <p:nvSpPr>
          <p:cNvPr id="691" name="Google Shape;691;p87"/>
          <p:cNvSpPr/>
          <p:nvPr>
            <p:ph idx="5" type="pic"/>
          </p:nvPr>
        </p:nvSpPr>
        <p:spPr>
          <a:xfrm>
            <a:off x="3723713" y="1350150"/>
            <a:ext cx="1636500" cy="1688400"/>
          </a:xfrm>
          <a:prstGeom prst="roundRect">
            <a:avLst>
              <a:gd fmla="val 9664" name="adj"/>
            </a:avLst>
          </a:prstGeom>
          <a:noFill/>
          <a:ln cap="flat" cmpd="sng" w="9525">
            <a:solidFill>
              <a:srgbClr val="000000"/>
            </a:solidFill>
            <a:prstDash val="solid"/>
            <a:round/>
            <a:headEnd len="sm" w="sm" type="none"/>
            <a:tailEnd len="sm" w="sm" type="none"/>
          </a:ln>
        </p:spPr>
      </p:sp>
      <p:sp>
        <p:nvSpPr>
          <p:cNvPr id="692" name="Google Shape;692;p87"/>
          <p:cNvSpPr/>
          <p:nvPr>
            <p:ph idx="6" type="pic"/>
          </p:nvPr>
        </p:nvSpPr>
        <p:spPr>
          <a:xfrm>
            <a:off x="5455300" y="1350150"/>
            <a:ext cx="1636500" cy="1688400"/>
          </a:xfrm>
          <a:prstGeom prst="roundRect">
            <a:avLst>
              <a:gd fmla="val 9664" name="adj"/>
            </a:avLst>
          </a:prstGeom>
          <a:noFill/>
          <a:ln cap="flat" cmpd="sng" w="9525">
            <a:solidFill>
              <a:srgbClr val="000000"/>
            </a:solidFill>
            <a:prstDash val="solid"/>
            <a:round/>
            <a:headEnd len="sm" w="sm" type="none"/>
            <a:tailEnd len="sm" w="sm" type="none"/>
          </a:ln>
        </p:spPr>
      </p:sp>
      <p:sp>
        <p:nvSpPr>
          <p:cNvPr id="693" name="Google Shape;693;p87"/>
          <p:cNvSpPr/>
          <p:nvPr>
            <p:ph idx="7" type="pic"/>
          </p:nvPr>
        </p:nvSpPr>
        <p:spPr>
          <a:xfrm>
            <a:off x="273650" y="3131825"/>
            <a:ext cx="1636500" cy="1728900"/>
          </a:xfrm>
          <a:prstGeom prst="roundRect">
            <a:avLst>
              <a:gd fmla="val 9664" name="adj"/>
            </a:avLst>
          </a:prstGeom>
          <a:noFill/>
          <a:ln cap="flat" cmpd="sng" w="9525">
            <a:solidFill>
              <a:srgbClr val="000000"/>
            </a:solidFill>
            <a:prstDash val="solid"/>
            <a:round/>
            <a:headEnd len="sm" w="sm" type="none"/>
            <a:tailEnd len="sm" w="sm" type="none"/>
          </a:ln>
        </p:spPr>
      </p:sp>
      <p:sp>
        <p:nvSpPr>
          <p:cNvPr id="694" name="Google Shape;694;p87"/>
          <p:cNvSpPr/>
          <p:nvPr>
            <p:ph idx="8" type="pic"/>
          </p:nvPr>
        </p:nvSpPr>
        <p:spPr>
          <a:xfrm>
            <a:off x="1998688" y="3131825"/>
            <a:ext cx="1636500" cy="1728900"/>
          </a:xfrm>
          <a:prstGeom prst="roundRect">
            <a:avLst>
              <a:gd fmla="val 9664" name="adj"/>
            </a:avLst>
          </a:prstGeom>
          <a:noFill/>
          <a:ln cap="flat" cmpd="sng" w="9525">
            <a:solidFill>
              <a:srgbClr val="000000"/>
            </a:solidFill>
            <a:prstDash val="solid"/>
            <a:round/>
            <a:headEnd len="sm" w="sm" type="none"/>
            <a:tailEnd len="sm" w="sm" type="none"/>
          </a:ln>
        </p:spPr>
      </p:sp>
      <p:sp>
        <p:nvSpPr>
          <p:cNvPr id="695" name="Google Shape;695;p87"/>
          <p:cNvSpPr/>
          <p:nvPr>
            <p:ph idx="9" type="pic"/>
          </p:nvPr>
        </p:nvSpPr>
        <p:spPr>
          <a:xfrm>
            <a:off x="3723713" y="3131825"/>
            <a:ext cx="1636500" cy="1728900"/>
          </a:xfrm>
          <a:prstGeom prst="roundRect">
            <a:avLst>
              <a:gd fmla="val 9664" name="adj"/>
            </a:avLst>
          </a:prstGeom>
          <a:noFill/>
          <a:ln cap="flat" cmpd="sng" w="9525">
            <a:solidFill>
              <a:srgbClr val="000000"/>
            </a:solidFill>
            <a:prstDash val="solid"/>
            <a:round/>
            <a:headEnd len="sm" w="sm" type="none"/>
            <a:tailEnd len="sm" w="sm" type="none"/>
          </a:ln>
        </p:spPr>
      </p:sp>
      <p:sp>
        <p:nvSpPr>
          <p:cNvPr id="696" name="Google Shape;696;p87"/>
          <p:cNvSpPr/>
          <p:nvPr>
            <p:ph idx="13" type="pic"/>
          </p:nvPr>
        </p:nvSpPr>
        <p:spPr>
          <a:xfrm>
            <a:off x="5455300" y="3131825"/>
            <a:ext cx="1636500" cy="1728900"/>
          </a:xfrm>
          <a:prstGeom prst="roundRect">
            <a:avLst>
              <a:gd fmla="val 9664" name="adj"/>
            </a:avLst>
          </a:prstGeom>
          <a:noFill/>
          <a:ln cap="flat" cmpd="sng" w="9525">
            <a:solidFill>
              <a:srgbClr val="000000"/>
            </a:solidFill>
            <a:prstDash val="solid"/>
            <a:round/>
            <a:headEnd len="sm" w="sm" type="none"/>
            <a:tailEnd len="sm" w="sm" type="none"/>
          </a:ln>
        </p:spPr>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36">
    <p:spTree>
      <p:nvGrpSpPr>
        <p:cNvPr id="697" name="Shape 697"/>
        <p:cNvGrpSpPr/>
        <p:nvPr/>
      </p:nvGrpSpPr>
      <p:grpSpPr>
        <a:xfrm>
          <a:off x="0" y="0"/>
          <a:ext cx="0" cy="0"/>
          <a:chOff x="0" y="0"/>
          <a:chExt cx="0" cy="0"/>
        </a:xfrm>
      </p:grpSpPr>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698" name="Shape 698"/>
        <p:cNvGrpSpPr/>
        <p:nvPr/>
      </p:nvGrpSpPr>
      <p:grpSpPr>
        <a:xfrm>
          <a:off x="0" y="0"/>
          <a:ext cx="0" cy="0"/>
          <a:chOff x="0" y="0"/>
          <a:chExt cx="0" cy="0"/>
        </a:xfrm>
      </p:grpSpPr>
      <p:sp>
        <p:nvSpPr>
          <p:cNvPr id="699" name="Google Shape;699;p8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00" name="Google Shape;700;p8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701" name="Google Shape;701;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702" name="Shape 702"/>
        <p:cNvGrpSpPr/>
        <p:nvPr/>
      </p:nvGrpSpPr>
      <p:grpSpPr>
        <a:xfrm>
          <a:off x="0" y="0"/>
          <a:ext cx="0" cy="0"/>
          <a:chOff x="0" y="0"/>
          <a:chExt cx="0" cy="0"/>
        </a:xfrm>
      </p:grpSpPr>
      <p:sp>
        <p:nvSpPr>
          <p:cNvPr id="703" name="Google Shape;703;p9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04" name="Google Shape;704;p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705" name="Shape 705"/>
        <p:cNvGrpSpPr/>
        <p:nvPr/>
      </p:nvGrpSpPr>
      <p:grpSpPr>
        <a:xfrm>
          <a:off x="0" y="0"/>
          <a:ext cx="0" cy="0"/>
          <a:chOff x="0" y="0"/>
          <a:chExt cx="0" cy="0"/>
        </a:xfrm>
      </p:grpSpPr>
      <p:sp>
        <p:nvSpPr>
          <p:cNvPr id="706" name="Google Shape;706;p9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7" name="Google Shape;707;p9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708" name="Google Shape;708;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709" name="Shape 709"/>
        <p:cNvGrpSpPr/>
        <p:nvPr/>
      </p:nvGrpSpPr>
      <p:grpSpPr>
        <a:xfrm>
          <a:off x="0" y="0"/>
          <a:ext cx="0" cy="0"/>
          <a:chOff x="0" y="0"/>
          <a:chExt cx="0" cy="0"/>
        </a:xfrm>
      </p:grpSpPr>
      <p:sp>
        <p:nvSpPr>
          <p:cNvPr id="710" name="Google Shape;710;p9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1" name="Google Shape;711;p9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12" name="Google Shape;712;p9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13" name="Google Shape;713;p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14" name="Shape 714"/>
        <p:cNvGrpSpPr/>
        <p:nvPr/>
      </p:nvGrpSpPr>
      <p:grpSpPr>
        <a:xfrm>
          <a:off x="0" y="0"/>
          <a:ext cx="0" cy="0"/>
          <a:chOff x="0" y="0"/>
          <a:chExt cx="0" cy="0"/>
        </a:xfrm>
      </p:grpSpPr>
      <p:sp>
        <p:nvSpPr>
          <p:cNvPr id="715" name="Google Shape;715;p9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6" name="Google Shape;716;p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17" name="Shape 717"/>
        <p:cNvGrpSpPr/>
        <p:nvPr/>
      </p:nvGrpSpPr>
      <p:grpSpPr>
        <a:xfrm>
          <a:off x="0" y="0"/>
          <a:ext cx="0" cy="0"/>
          <a:chOff x="0" y="0"/>
          <a:chExt cx="0" cy="0"/>
        </a:xfrm>
      </p:grpSpPr>
      <p:sp>
        <p:nvSpPr>
          <p:cNvPr id="718" name="Google Shape;718;p94"/>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19" name="Google Shape;719;p9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20" name="Google Shape;720;p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21" name="Shape 721"/>
        <p:cNvGrpSpPr/>
        <p:nvPr/>
      </p:nvGrpSpPr>
      <p:grpSpPr>
        <a:xfrm>
          <a:off x="0" y="0"/>
          <a:ext cx="0" cy="0"/>
          <a:chOff x="0" y="0"/>
          <a:chExt cx="0" cy="0"/>
        </a:xfrm>
      </p:grpSpPr>
      <p:sp>
        <p:nvSpPr>
          <p:cNvPr id="722" name="Google Shape;722;p95"/>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23" name="Google Shape;723;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724" name="Shape 724"/>
        <p:cNvGrpSpPr/>
        <p:nvPr/>
      </p:nvGrpSpPr>
      <p:grpSpPr>
        <a:xfrm>
          <a:off x="0" y="0"/>
          <a:ext cx="0" cy="0"/>
          <a:chOff x="0" y="0"/>
          <a:chExt cx="0" cy="0"/>
        </a:xfrm>
      </p:grpSpPr>
      <p:sp>
        <p:nvSpPr>
          <p:cNvPr id="725" name="Google Shape;725;p9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96"/>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27" name="Google Shape;727;p96"/>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728" name="Google Shape;728;p9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729" name="Google Shape;729;p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730" name="Shape 730"/>
        <p:cNvGrpSpPr/>
        <p:nvPr/>
      </p:nvGrpSpPr>
      <p:grpSpPr>
        <a:xfrm>
          <a:off x="0" y="0"/>
          <a:ext cx="0" cy="0"/>
          <a:chOff x="0" y="0"/>
          <a:chExt cx="0" cy="0"/>
        </a:xfrm>
      </p:grpSpPr>
      <p:sp>
        <p:nvSpPr>
          <p:cNvPr id="731" name="Google Shape;731;p9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2" name="Google Shape;732;p97"/>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30200" lvl="0" marL="457200" algn="ctr">
              <a:spcBef>
                <a:spcPts val="0"/>
              </a:spcBef>
              <a:spcAft>
                <a:spcPts val="0"/>
              </a:spcAft>
              <a:buSzPts val="1600"/>
              <a:buChar char="●"/>
              <a:defRPr/>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sp>
        <p:nvSpPr>
          <p:cNvPr id="733" name="Google Shape;733;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734" name="Shape 734"/>
        <p:cNvGrpSpPr/>
        <p:nvPr/>
      </p:nvGrpSpPr>
      <p:grpSpPr>
        <a:xfrm>
          <a:off x="0" y="0"/>
          <a:ext cx="0" cy="0"/>
          <a:chOff x="0" y="0"/>
          <a:chExt cx="0" cy="0"/>
        </a:xfrm>
      </p:grpSpPr>
      <p:sp>
        <p:nvSpPr>
          <p:cNvPr id="735" name="Google Shape;735;p9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36" name="Google Shape;736;p98"/>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737" name="Google Shape;737;p98"/>
          <p:cNvSpPr/>
          <p:nvPr>
            <p:ph idx="2" type="pic"/>
          </p:nvPr>
        </p:nvSpPr>
        <p:spPr>
          <a:xfrm>
            <a:off x="4992024" y="1152775"/>
            <a:ext cx="3840300" cy="3416400"/>
          </a:xfrm>
          <a:prstGeom prst="rect">
            <a:avLst/>
          </a:prstGeom>
          <a:noFill/>
          <a:ln>
            <a:noFill/>
          </a:ln>
        </p:spPr>
      </p:sp>
      <p:sp>
        <p:nvSpPr>
          <p:cNvPr id="738" name="Google Shape;738;p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739" name="Shape 739"/>
        <p:cNvGrpSpPr/>
        <p:nvPr/>
      </p:nvGrpSpPr>
      <p:grpSpPr>
        <a:xfrm>
          <a:off x="0" y="0"/>
          <a:ext cx="0" cy="0"/>
          <a:chOff x="0" y="0"/>
          <a:chExt cx="0" cy="0"/>
        </a:xfrm>
      </p:grpSpPr>
      <p:sp>
        <p:nvSpPr>
          <p:cNvPr id="740" name="Google Shape;740;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41" name="Google Shape;741;p99"/>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42" name="Google Shape;742;p99"/>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743" name="Google Shape;743;p9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744" name="Google Shape;744;p9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45" name="Google Shape;745;p9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46" name="Shape 746"/>
        <p:cNvGrpSpPr/>
        <p:nvPr/>
      </p:nvGrpSpPr>
      <p:grpSpPr>
        <a:xfrm>
          <a:off x="0" y="0"/>
          <a:ext cx="0" cy="0"/>
          <a:chOff x="0" y="0"/>
          <a:chExt cx="0" cy="0"/>
        </a:xfrm>
      </p:grpSpPr>
      <p:sp>
        <p:nvSpPr>
          <p:cNvPr id="747" name="Google Shape;747;p1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48" name="Google Shape;748;p100"/>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749" name="Google Shape;749;p10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750" name="Google Shape;750;p100"/>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751" name="Google Shape;751;p100"/>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2" name="Google Shape;752;p100"/>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53" name="Google Shape;753;p100"/>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54" name="Google Shape;754;p100"/>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755" name="Shape 755"/>
        <p:cNvGrpSpPr/>
        <p:nvPr/>
      </p:nvGrpSpPr>
      <p:grpSpPr>
        <a:xfrm>
          <a:off x="0" y="0"/>
          <a:ext cx="0" cy="0"/>
          <a:chOff x="0" y="0"/>
          <a:chExt cx="0" cy="0"/>
        </a:xfrm>
      </p:grpSpPr>
      <p:sp>
        <p:nvSpPr>
          <p:cNvPr id="756" name="Google Shape;756;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57" name="Google Shape;757;p101"/>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758" name="Google Shape;758;p10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759" name="Google Shape;759;p10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760" name="Google Shape;760;p10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761" name="Google Shape;761;p101"/>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62" name="Google Shape;762;p10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63" name="Google Shape;763;p10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64" name="Google Shape;764;p10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65" name="Google Shape;765;p10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766" name="Shape 766"/>
        <p:cNvGrpSpPr/>
        <p:nvPr/>
      </p:nvGrpSpPr>
      <p:grpSpPr>
        <a:xfrm>
          <a:off x="0" y="0"/>
          <a:ext cx="0" cy="0"/>
          <a:chOff x="0" y="0"/>
          <a:chExt cx="0" cy="0"/>
        </a:xfrm>
      </p:grpSpPr>
      <p:sp>
        <p:nvSpPr>
          <p:cNvPr id="767" name="Google Shape;767;p10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68" name="Google Shape;768;p1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69" name="Google Shape;769;p10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770" name="Shape 770"/>
        <p:cNvGrpSpPr/>
        <p:nvPr/>
      </p:nvGrpSpPr>
      <p:grpSpPr>
        <a:xfrm>
          <a:off x="0" y="0"/>
          <a:ext cx="0" cy="0"/>
          <a:chOff x="0" y="0"/>
          <a:chExt cx="0" cy="0"/>
        </a:xfrm>
      </p:grpSpPr>
      <p:sp>
        <p:nvSpPr>
          <p:cNvPr id="771" name="Google Shape;771;p103"/>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72" name="Google Shape;772;p103"/>
          <p:cNvSpPr/>
          <p:nvPr>
            <p:ph idx="2" type="pic"/>
          </p:nvPr>
        </p:nvSpPr>
        <p:spPr>
          <a:xfrm>
            <a:off x="4804825" y="1133300"/>
            <a:ext cx="4027500" cy="2392800"/>
          </a:xfrm>
          <a:prstGeom prst="rect">
            <a:avLst/>
          </a:prstGeom>
          <a:noFill/>
          <a:ln>
            <a:noFill/>
          </a:ln>
        </p:spPr>
      </p:sp>
      <p:sp>
        <p:nvSpPr>
          <p:cNvPr id="773" name="Google Shape;773;p103"/>
          <p:cNvSpPr/>
          <p:nvPr>
            <p:ph idx="3" type="pic"/>
          </p:nvPr>
        </p:nvSpPr>
        <p:spPr>
          <a:xfrm>
            <a:off x="311725" y="1133300"/>
            <a:ext cx="4027500" cy="2392800"/>
          </a:xfrm>
          <a:prstGeom prst="rect">
            <a:avLst/>
          </a:prstGeom>
          <a:noFill/>
          <a:ln>
            <a:noFill/>
          </a:ln>
        </p:spPr>
      </p:sp>
      <p:sp>
        <p:nvSpPr>
          <p:cNvPr id="774" name="Google Shape;774;p10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75" name="Google Shape;775;p1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76" name="Google Shape;776;p10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7" name="Google Shape;777;p10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78" name="Google Shape;778;p10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779" name="Shape 779"/>
        <p:cNvGrpSpPr/>
        <p:nvPr/>
      </p:nvGrpSpPr>
      <p:grpSpPr>
        <a:xfrm>
          <a:off x="0" y="0"/>
          <a:ext cx="0" cy="0"/>
          <a:chOff x="0" y="0"/>
          <a:chExt cx="0" cy="0"/>
        </a:xfrm>
      </p:grpSpPr>
      <p:sp>
        <p:nvSpPr>
          <p:cNvPr id="780" name="Google Shape;780;p104"/>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1" name="Google Shape;781;p104"/>
          <p:cNvSpPr/>
          <p:nvPr>
            <p:ph idx="2" type="pic"/>
          </p:nvPr>
        </p:nvSpPr>
        <p:spPr>
          <a:xfrm>
            <a:off x="6205225" y="1128325"/>
            <a:ext cx="2627100" cy="2273100"/>
          </a:xfrm>
          <a:prstGeom prst="rect">
            <a:avLst/>
          </a:prstGeom>
          <a:noFill/>
          <a:ln>
            <a:noFill/>
          </a:ln>
        </p:spPr>
      </p:sp>
      <p:sp>
        <p:nvSpPr>
          <p:cNvPr id="782" name="Google Shape;782;p104"/>
          <p:cNvSpPr/>
          <p:nvPr>
            <p:ph idx="3" type="pic"/>
          </p:nvPr>
        </p:nvSpPr>
        <p:spPr>
          <a:xfrm>
            <a:off x="311725" y="1128325"/>
            <a:ext cx="2627100" cy="2273100"/>
          </a:xfrm>
          <a:prstGeom prst="rect">
            <a:avLst/>
          </a:prstGeom>
          <a:noFill/>
          <a:ln>
            <a:noFill/>
          </a:ln>
        </p:spPr>
      </p:sp>
      <p:sp>
        <p:nvSpPr>
          <p:cNvPr id="783" name="Google Shape;783;p10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4" name="Google Shape;784;p104"/>
          <p:cNvSpPr/>
          <p:nvPr>
            <p:ph idx="5" type="pic"/>
          </p:nvPr>
        </p:nvSpPr>
        <p:spPr>
          <a:xfrm>
            <a:off x="3255250" y="1128325"/>
            <a:ext cx="2627100" cy="2273100"/>
          </a:xfrm>
          <a:prstGeom prst="rect">
            <a:avLst/>
          </a:prstGeom>
          <a:noFill/>
          <a:ln>
            <a:noFill/>
          </a:ln>
        </p:spPr>
      </p:sp>
      <p:sp>
        <p:nvSpPr>
          <p:cNvPr id="785" name="Google Shape;785;p10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6" name="Google Shape;786;p10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87" name="Google Shape;787;p10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8" name="Google Shape;788;p10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89" name="Google Shape;789;p10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90" name="Google Shape;790;p10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791" name="Shape 791"/>
        <p:cNvGrpSpPr/>
        <p:nvPr/>
      </p:nvGrpSpPr>
      <p:grpSpPr>
        <a:xfrm>
          <a:off x="0" y="0"/>
          <a:ext cx="0" cy="0"/>
          <a:chOff x="0" y="0"/>
          <a:chExt cx="0" cy="0"/>
        </a:xfrm>
      </p:grpSpPr>
      <p:sp>
        <p:nvSpPr>
          <p:cNvPr id="792" name="Google Shape;792;p105"/>
          <p:cNvSpPr/>
          <p:nvPr>
            <p:ph idx="2" type="pic"/>
          </p:nvPr>
        </p:nvSpPr>
        <p:spPr>
          <a:xfrm>
            <a:off x="311700" y="445025"/>
            <a:ext cx="8520600" cy="4218300"/>
          </a:xfrm>
          <a:prstGeom prst="rect">
            <a:avLst/>
          </a:prstGeom>
          <a:noFill/>
          <a:ln>
            <a:noFill/>
          </a:ln>
        </p:spPr>
      </p:sp>
      <p:sp>
        <p:nvSpPr>
          <p:cNvPr id="793" name="Google Shape;793;p10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794" name="Shape 794"/>
        <p:cNvGrpSpPr/>
        <p:nvPr/>
      </p:nvGrpSpPr>
      <p:grpSpPr>
        <a:xfrm>
          <a:off x="0" y="0"/>
          <a:ext cx="0" cy="0"/>
          <a:chOff x="0" y="0"/>
          <a:chExt cx="0" cy="0"/>
        </a:xfrm>
      </p:grpSpPr>
      <p:sp>
        <p:nvSpPr>
          <p:cNvPr id="795" name="Google Shape;795;p1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96" name="Google Shape;796;p106"/>
          <p:cNvSpPr/>
          <p:nvPr>
            <p:ph idx="2" type="pic"/>
          </p:nvPr>
        </p:nvSpPr>
        <p:spPr>
          <a:xfrm>
            <a:off x="3389600" y="118913"/>
            <a:ext cx="1643700" cy="1535100"/>
          </a:xfrm>
          <a:prstGeom prst="rect">
            <a:avLst/>
          </a:prstGeom>
          <a:noFill/>
          <a:ln>
            <a:noFill/>
          </a:ln>
        </p:spPr>
      </p:sp>
      <p:sp>
        <p:nvSpPr>
          <p:cNvPr id="797" name="Google Shape;797;p106"/>
          <p:cNvSpPr/>
          <p:nvPr>
            <p:ph idx="3" type="pic"/>
          </p:nvPr>
        </p:nvSpPr>
        <p:spPr>
          <a:xfrm>
            <a:off x="5195935" y="118913"/>
            <a:ext cx="1643700" cy="1535100"/>
          </a:xfrm>
          <a:prstGeom prst="rect">
            <a:avLst/>
          </a:prstGeom>
          <a:noFill/>
          <a:ln>
            <a:noFill/>
          </a:ln>
        </p:spPr>
      </p:sp>
      <p:sp>
        <p:nvSpPr>
          <p:cNvPr id="798" name="Google Shape;798;p106"/>
          <p:cNvSpPr/>
          <p:nvPr>
            <p:ph idx="4" type="pic"/>
          </p:nvPr>
        </p:nvSpPr>
        <p:spPr>
          <a:xfrm>
            <a:off x="7002270" y="118913"/>
            <a:ext cx="1643700" cy="1535100"/>
          </a:xfrm>
          <a:prstGeom prst="rect">
            <a:avLst/>
          </a:prstGeom>
          <a:noFill/>
          <a:ln>
            <a:noFill/>
          </a:ln>
        </p:spPr>
      </p:sp>
      <p:sp>
        <p:nvSpPr>
          <p:cNvPr id="799" name="Google Shape;799;p106"/>
          <p:cNvSpPr/>
          <p:nvPr>
            <p:ph idx="5" type="pic"/>
          </p:nvPr>
        </p:nvSpPr>
        <p:spPr>
          <a:xfrm>
            <a:off x="3389588" y="1804212"/>
            <a:ext cx="1643700" cy="1535100"/>
          </a:xfrm>
          <a:prstGeom prst="rect">
            <a:avLst/>
          </a:prstGeom>
          <a:noFill/>
          <a:ln>
            <a:noFill/>
          </a:ln>
        </p:spPr>
      </p:sp>
      <p:sp>
        <p:nvSpPr>
          <p:cNvPr id="800" name="Google Shape;800;p106"/>
          <p:cNvSpPr/>
          <p:nvPr>
            <p:ph idx="6" type="pic"/>
          </p:nvPr>
        </p:nvSpPr>
        <p:spPr>
          <a:xfrm>
            <a:off x="5195922" y="1804212"/>
            <a:ext cx="1643700" cy="1535100"/>
          </a:xfrm>
          <a:prstGeom prst="rect">
            <a:avLst/>
          </a:prstGeom>
          <a:noFill/>
          <a:ln>
            <a:noFill/>
          </a:ln>
        </p:spPr>
      </p:sp>
      <p:sp>
        <p:nvSpPr>
          <p:cNvPr id="801" name="Google Shape;801;p106"/>
          <p:cNvSpPr/>
          <p:nvPr>
            <p:ph idx="7" type="pic"/>
          </p:nvPr>
        </p:nvSpPr>
        <p:spPr>
          <a:xfrm>
            <a:off x="7002257" y="1804212"/>
            <a:ext cx="1643700" cy="1535100"/>
          </a:xfrm>
          <a:prstGeom prst="rect">
            <a:avLst/>
          </a:prstGeom>
          <a:noFill/>
          <a:ln>
            <a:noFill/>
          </a:ln>
        </p:spPr>
      </p:sp>
      <p:sp>
        <p:nvSpPr>
          <p:cNvPr id="802" name="Google Shape;802;p10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3" name="Google Shape;803;p106"/>
          <p:cNvSpPr/>
          <p:nvPr>
            <p:ph idx="8" type="pic"/>
          </p:nvPr>
        </p:nvSpPr>
        <p:spPr>
          <a:xfrm>
            <a:off x="3389588" y="3489487"/>
            <a:ext cx="1643700" cy="1535100"/>
          </a:xfrm>
          <a:prstGeom prst="rect">
            <a:avLst/>
          </a:prstGeom>
          <a:noFill/>
          <a:ln>
            <a:noFill/>
          </a:ln>
        </p:spPr>
      </p:sp>
      <p:sp>
        <p:nvSpPr>
          <p:cNvPr id="804" name="Google Shape;804;p106"/>
          <p:cNvSpPr/>
          <p:nvPr>
            <p:ph idx="9" type="pic"/>
          </p:nvPr>
        </p:nvSpPr>
        <p:spPr>
          <a:xfrm>
            <a:off x="5195922" y="3489487"/>
            <a:ext cx="1643700" cy="1535100"/>
          </a:xfrm>
          <a:prstGeom prst="rect">
            <a:avLst/>
          </a:prstGeom>
          <a:noFill/>
          <a:ln>
            <a:noFill/>
          </a:ln>
        </p:spPr>
      </p:sp>
      <p:sp>
        <p:nvSpPr>
          <p:cNvPr id="805" name="Google Shape;805;p10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1.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5.xml"/><Relationship Id="rId42" Type="http://schemas.openxmlformats.org/officeDocument/2006/relationships/slideLayout" Target="../slideLayouts/slideLayout87.xml"/><Relationship Id="rId41" Type="http://schemas.openxmlformats.org/officeDocument/2006/relationships/slideLayout" Target="../slideLayouts/slideLayout86.xml"/><Relationship Id="rId44" Type="http://schemas.openxmlformats.org/officeDocument/2006/relationships/slideLayout" Target="../slideLayouts/slideLayout89.xml"/><Relationship Id="rId43" Type="http://schemas.openxmlformats.org/officeDocument/2006/relationships/slideLayout" Target="../slideLayouts/slideLayout88.xml"/><Relationship Id="rId46" Type="http://schemas.openxmlformats.org/officeDocument/2006/relationships/slideLayout" Target="../slideLayouts/slideLayout91.xml"/><Relationship Id="rId45" Type="http://schemas.openxmlformats.org/officeDocument/2006/relationships/slideLayout" Target="../slideLayouts/slideLayout90.xml"/><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9" Type="http://schemas.openxmlformats.org/officeDocument/2006/relationships/slideLayout" Target="../slideLayouts/slideLayout54.xml"/><Relationship Id="rId48" Type="http://schemas.openxmlformats.org/officeDocument/2006/relationships/slideLayout" Target="../slideLayouts/slideLayout93.xml"/><Relationship Id="rId47" Type="http://schemas.openxmlformats.org/officeDocument/2006/relationships/slideLayout" Target="../slideLayouts/slideLayout92.xml"/><Relationship Id="rId49" Type="http://schemas.openxmlformats.org/officeDocument/2006/relationships/slideLayout" Target="../slideLayouts/slideLayout94.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 Id="rId31" Type="http://schemas.openxmlformats.org/officeDocument/2006/relationships/slideLayout" Target="../slideLayouts/slideLayout76.xml"/><Relationship Id="rId30" Type="http://schemas.openxmlformats.org/officeDocument/2006/relationships/slideLayout" Target="../slideLayouts/slideLayout75.xml"/><Relationship Id="rId33" Type="http://schemas.openxmlformats.org/officeDocument/2006/relationships/slideLayout" Target="../slideLayouts/slideLayout78.xml"/><Relationship Id="rId32" Type="http://schemas.openxmlformats.org/officeDocument/2006/relationships/slideLayout" Target="../slideLayouts/slideLayout77.xml"/><Relationship Id="rId35" Type="http://schemas.openxmlformats.org/officeDocument/2006/relationships/slideLayout" Target="../slideLayouts/slideLayout80.xml"/><Relationship Id="rId34" Type="http://schemas.openxmlformats.org/officeDocument/2006/relationships/slideLayout" Target="../slideLayouts/slideLayout79.xml"/><Relationship Id="rId37" Type="http://schemas.openxmlformats.org/officeDocument/2006/relationships/slideLayout" Target="../slideLayouts/slideLayout82.xml"/><Relationship Id="rId36" Type="http://schemas.openxmlformats.org/officeDocument/2006/relationships/slideLayout" Target="../slideLayouts/slideLayout81.xml"/><Relationship Id="rId39" Type="http://schemas.openxmlformats.org/officeDocument/2006/relationships/slideLayout" Target="../slideLayouts/slideLayout84.xml"/><Relationship Id="rId38" Type="http://schemas.openxmlformats.org/officeDocument/2006/relationships/slideLayout" Target="../slideLayouts/slideLayout83.xml"/><Relationship Id="rId20" Type="http://schemas.openxmlformats.org/officeDocument/2006/relationships/slideLayout" Target="../slideLayouts/slideLayout65.xml"/><Relationship Id="rId22" Type="http://schemas.openxmlformats.org/officeDocument/2006/relationships/slideLayout" Target="../slideLayouts/slideLayout67.xml"/><Relationship Id="rId21" Type="http://schemas.openxmlformats.org/officeDocument/2006/relationships/slideLayout" Target="../slideLayouts/slideLayout66.xml"/><Relationship Id="rId24" Type="http://schemas.openxmlformats.org/officeDocument/2006/relationships/slideLayout" Target="../slideLayouts/slideLayout69.xml"/><Relationship Id="rId23" Type="http://schemas.openxmlformats.org/officeDocument/2006/relationships/slideLayout" Target="../slideLayouts/slideLayout68.xml"/><Relationship Id="rId60" Type="http://schemas.openxmlformats.org/officeDocument/2006/relationships/theme" Target="../theme/theme3.xml"/><Relationship Id="rId26" Type="http://schemas.openxmlformats.org/officeDocument/2006/relationships/slideLayout" Target="../slideLayouts/slideLayout71.xml"/><Relationship Id="rId25" Type="http://schemas.openxmlformats.org/officeDocument/2006/relationships/slideLayout" Target="../slideLayouts/slideLayout70.xml"/><Relationship Id="rId28" Type="http://schemas.openxmlformats.org/officeDocument/2006/relationships/slideLayout" Target="../slideLayouts/slideLayout73.xml"/><Relationship Id="rId27" Type="http://schemas.openxmlformats.org/officeDocument/2006/relationships/slideLayout" Target="../slideLayouts/slideLayout72.xml"/><Relationship Id="rId29" Type="http://schemas.openxmlformats.org/officeDocument/2006/relationships/slideLayout" Target="../slideLayouts/slideLayout74.xml"/><Relationship Id="rId51" Type="http://schemas.openxmlformats.org/officeDocument/2006/relationships/slideLayout" Target="../slideLayouts/slideLayout96.xml"/><Relationship Id="rId50" Type="http://schemas.openxmlformats.org/officeDocument/2006/relationships/slideLayout" Target="../slideLayouts/slideLayout95.xml"/><Relationship Id="rId53" Type="http://schemas.openxmlformats.org/officeDocument/2006/relationships/slideLayout" Target="../slideLayouts/slideLayout98.xml"/><Relationship Id="rId52" Type="http://schemas.openxmlformats.org/officeDocument/2006/relationships/slideLayout" Target="../slideLayouts/slideLayout97.xml"/><Relationship Id="rId11" Type="http://schemas.openxmlformats.org/officeDocument/2006/relationships/slideLayout" Target="../slideLayouts/slideLayout56.xml"/><Relationship Id="rId55" Type="http://schemas.openxmlformats.org/officeDocument/2006/relationships/slideLayout" Target="../slideLayouts/slideLayout100.xml"/><Relationship Id="rId10" Type="http://schemas.openxmlformats.org/officeDocument/2006/relationships/slideLayout" Target="../slideLayouts/slideLayout55.xml"/><Relationship Id="rId54" Type="http://schemas.openxmlformats.org/officeDocument/2006/relationships/slideLayout" Target="../slideLayouts/slideLayout99.xml"/><Relationship Id="rId13" Type="http://schemas.openxmlformats.org/officeDocument/2006/relationships/slideLayout" Target="../slideLayouts/slideLayout58.xml"/><Relationship Id="rId57" Type="http://schemas.openxmlformats.org/officeDocument/2006/relationships/slideLayout" Target="../slideLayouts/slideLayout102.xml"/><Relationship Id="rId12" Type="http://schemas.openxmlformats.org/officeDocument/2006/relationships/slideLayout" Target="../slideLayouts/slideLayout57.xml"/><Relationship Id="rId56" Type="http://schemas.openxmlformats.org/officeDocument/2006/relationships/slideLayout" Target="../slideLayouts/slideLayout101.xml"/><Relationship Id="rId15" Type="http://schemas.openxmlformats.org/officeDocument/2006/relationships/slideLayout" Target="../slideLayouts/slideLayout60.xml"/><Relationship Id="rId59" Type="http://schemas.openxmlformats.org/officeDocument/2006/relationships/slideLayout" Target="../slideLayouts/slideLayout104.xml"/><Relationship Id="rId14" Type="http://schemas.openxmlformats.org/officeDocument/2006/relationships/slideLayout" Target="../slideLayouts/slideLayout59.xml"/><Relationship Id="rId58" Type="http://schemas.openxmlformats.org/officeDocument/2006/relationships/slideLayout" Target="../slideLayouts/slideLayout103.xml"/><Relationship Id="rId17" Type="http://schemas.openxmlformats.org/officeDocument/2006/relationships/slideLayout" Target="../slideLayouts/slideLayout62.xml"/><Relationship Id="rId16" Type="http://schemas.openxmlformats.org/officeDocument/2006/relationships/slideLayout" Target="../slideLayouts/slideLayout61.xml"/><Relationship Id="rId19" Type="http://schemas.openxmlformats.org/officeDocument/2006/relationships/slideLayout" Target="../slideLayouts/slideLayout64.xml"/><Relationship Id="rId18"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8" name="Google Shape;8;p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0" name="Google Shape;10;p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1" name="Google Shape;11;p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2" name="Google Shape;12;p1"/>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57" name="Shape 357"/>
        <p:cNvGrpSpPr/>
        <p:nvPr/>
      </p:nvGrpSpPr>
      <p:grpSpPr>
        <a:xfrm>
          <a:off x="0" y="0"/>
          <a:ext cx="0" cy="0"/>
          <a:chOff x="0" y="0"/>
          <a:chExt cx="0" cy="0"/>
        </a:xfrm>
      </p:grpSpPr>
      <p:sp>
        <p:nvSpPr>
          <p:cNvPr id="358" name="Google Shape;358;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4200"/>
              <a:buFont typeface="Della Respira"/>
              <a:buNone/>
              <a:defRPr b="1" sz="4200">
                <a:solidFill>
                  <a:schemeClr val="dk1"/>
                </a:solidFill>
                <a:latin typeface="Della Respira"/>
                <a:ea typeface="Della Respira"/>
                <a:cs typeface="Della Respira"/>
                <a:sym typeface="Della Respira"/>
              </a:defRPr>
            </a:lvl1pPr>
            <a:lvl2pPr lvl="1">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2pPr>
            <a:lvl3pPr lvl="2">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3pPr>
            <a:lvl4pPr lvl="3">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4pPr>
            <a:lvl5pPr lvl="4">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5pPr>
            <a:lvl6pPr lvl="5">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6pPr>
            <a:lvl7pPr lvl="6">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7pPr>
            <a:lvl8pPr lvl="7">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8pPr>
            <a:lvl9pPr lvl="8">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9pPr>
          </a:lstStyle>
          <a:p/>
        </p:txBody>
      </p:sp>
      <p:sp>
        <p:nvSpPr>
          <p:cNvPr id="359" name="Google Shape;359;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DM Sans"/>
                <a:ea typeface="DM Sans"/>
                <a:cs typeface="DM Sans"/>
                <a:sym typeface="DM Sans"/>
              </a:defRPr>
            </a:lvl1pPr>
            <a:lvl2pPr lvl="1" algn="r">
              <a:buNone/>
              <a:defRPr sz="1000">
                <a:solidFill>
                  <a:schemeClr val="dk1"/>
                </a:solidFill>
                <a:latin typeface="DM Sans"/>
                <a:ea typeface="DM Sans"/>
                <a:cs typeface="DM Sans"/>
                <a:sym typeface="DM Sans"/>
              </a:defRPr>
            </a:lvl2pPr>
            <a:lvl3pPr lvl="2" algn="r">
              <a:buNone/>
              <a:defRPr sz="1000">
                <a:solidFill>
                  <a:schemeClr val="dk1"/>
                </a:solidFill>
                <a:latin typeface="DM Sans"/>
                <a:ea typeface="DM Sans"/>
                <a:cs typeface="DM Sans"/>
                <a:sym typeface="DM Sans"/>
              </a:defRPr>
            </a:lvl3pPr>
            <a:lvl4pPr lvl="3" algn="r">
              <a:buNone/>
              <a:defRPr sz="1000">
                <a:solidFill>
                  <a:schemeClr val="dk1"/>
                </a:solidFill>
                <a:latin typeface="DM Sans"/>
                <a:ea typeface="DM Sans"/>
                <a:cs typeface="DM Sans"/>
                <a:sym typeface="DM Sans"/>
              </a:defRPr>
            </a:lvl4pPr>
            <a:lvl5pPr lvl="4" algn="r">
              <a:buNone/>
              <a:defRPr sz="1000">
                <a:solidFill>
                  <a:schemeClr val="dk1"/>
                </a:solidFill>
                <a:latin typeface="DM Sans"/>
                <a:ea typeface="DM Sans"/>
                <a:cs typeface="DM Sans"/>
                <a:sym typeface="DM Sans"/>
              </a:defRPr>
            </a:lvl5pPr>
            <a:lvl6pPr lvl="5" algn="r">
              <a:buNone/>
              <a:defRPr sz="1000">
                <a:solidFill>
                  <a:schemeClr val="dk1"/>
                </a:solidFill>
                <a:latin typeface="DM Sans"/>
                <a:ea typeface="DM Sans"/>
                <a:cs typeface="DM Sans"/>
                <a:sym typeface="DM Sans"/>
              </a:defRPr>
            </a:lvl6pPr>
            <a:lvl7pPr lvl="6" algn="r">
              <a:buNone/>
              <a:defRPr sz="1000">
                <a:solidFill>
                  <a:schemeClr val="dk1"/>
                </a:solidFill>
                <a:latin typeface="DM Sans"/>
                <a:ea typeface="DM Sans"/>
                <a:cs typeface="DM Sans"/>
                <a:sym typeface="DM Sans"/>
              </a:defRPr>
            </a:lvl7pPr>
            <a:lvl8pPr lvl="7" algn="r">
              <a:buNone/>
              <a:defRPr sz="1000">
                <a:solidFill>
                  <a:schemeClr val="dk1"/>
                </a:solidFill>
                <a:latin typeface="DM Sans"/>
                <a:ea typeface="DM Sans"/>
                <a:cs typeface="DM Sans"/>
                <a:sym typeface="DM Sans"/>
              </a:defRPr>
            </a:lvl8pPr>
            <a:lvl9pPr lvl="8" algn="r">
              <a:buNone/>
              <a:defRPr sz="10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60" name="Google Shape;360;p47"/>
          <p:cNvSpPr txBox="1"/>
          <p:nvPr>
            <p:ph idx="1" type="body"/>
          </p:nvPr>
        </p:nvSpPr>
        <p:spPr>
          <a:xfrm>
            <a:off x="3010150" y="1510025"/>
            <a:ext cx="5522700" cy="2013300"/>
          </a:xfrm>
          <a:prstGeom prst="rect">
            <a:avLst/>
          </a:prstGeom>
          <a:noFill/>
          <a:ln>
            <a:noFill/>
          </a:ln>
        </p:spPr>
        <p:txBody>
          <a:bodyPr anchorCtr="0" anchor="t" bIns="91425" lIns="91425" spcFirstLastPara="1" rIns="91425" wrap="square" tIns="91425">
            <a:noAutofit/>
          </a:bodyPr>
          <a:lstStyle>
            <a:lvl1pPr indent="-330200" lvl="0" marL="457200">
              <a:spcBef>
                <a:spcPts val="0"/>
              </a:spcBef>
              <a:spcAft>
                <a:spcPts val="0"/>
              </a:spcAft>
              <a:buSzPts val="1600"/>
              <a:buFont typeface="DM Sans"/>
              <a:buChar char="●"/>
              <a:defRPr sz="1600">
                <a:latin typeface="DM Sans"/>
                <a:ea typeface="DM Sans"/>
                <a:cs typeface="DM Sans"/>
                <a:sym typeface="DM Sans"/>
              </a:defRPr>
            </a:lvl1pPr>
            <a:lvl2pPr indent="-330200" lvl="1" marL="914400">
              <a:spcBef>
                <a:spcPts val="0"/>
              </a:spcBef>
              <a:spcAft>
                <a:spcPts val="0"/>
              </a:spcAft>
              <a:buSzPts val="1600"/>
              <a:buFont typeface="DM Sans"/>
              <a:buChar char="○"/>
              <a:defRPr sz="1600">
                <a:latin typeface="DM Sans"/>
                <a:ea typeface="DM Sans"/>
                <a:cs typeface="DM Sans"/>
                <a:sym typeface="DM Sans"/>
              </a:defRPr>
            </a:lvl2pPr>
            <a:lvl3pPr indent="-330200" lvl="2" marL="1371600">
              <a:spcBef>
                <a:spcPts val="0"/>
              </a:spcBef>
              <a:spcAft>
                <a:spcPts val="0"/>
              </a:spcAft>
              <a:buSzPts val="1600"/>
              <a:buFont typeface="DM Sans"/>
              <a:buChar char="■"/>
              <a:defRPr sz="1600">
                <a:latin typeface="DM Sans"/>
                <a:ea typeface="DM Sans"/>
                <a:cs typeface="DM Sans"/>
                <a:sym typeface="DM Sans"/>
              </a:defRPr>
            </a:lvl3pPr>
            <a:lvl4pPr indent="-330200" lvl="3" marL="1828800">
              <a:spcBef>
                <a:spcPts val="0"/>
              </a:spcBef>
              <a:spcAft>
                <a:spcPts val="0"/>
              </a:spcAft>
              <a:buSzPts val="1600"/>
              <a:buFont typeface="DM Sans"/>
              <a:buChar char="●"/>
              <a:defRPr sz="1600">
                <a:latin typeface="DM Sans"/>
                <a:ea typeface="DM Sans"/>
                <a:cs typeface="DM Sans"/>
                <a:sym typeface="DM Sans"/>
              </a:defRPr>
            </a:lvl4pPr>
            <a:lvl5pPr indent="-330200" lvl="4" marL="2286000">
              <a:spcBef>
                <a:spcPts val="0"/>
              </a:spcBef>
              <a:spcAft>
                <a:spcPts val="0"/>
              </a:spcAft>
              <a:buSzPts val="1600"/>
              <a:buFont typeface="DM Sans"/>
              <a:buChar char="○"/>
              <a:defRPr sz="1600">
                <a:latin typeface="DM Sans"/>
                <a:ea typeface="DM Sans"/>
                <a:cs typeface="DM Sans"/>
                <a:sym typeface="DM Sans"/>
              </a:defRPr>
            </a:lvl5pPr>
            <a:lvl6pPr indent="-330200" lvl="5" marL="2743200">
              <a:spcBef>
                <a:spcPts val="0"/>
              </a:spcBef>
              <a:spcAft>
                <a:spcPts val="0"/>
              </a:spcAft>
              <a:buSzPts val="1600"/>
              <a:buFont typeface="DM Sans"/>
              <a:buChar char="■"/>
              <a:defRPr sz="1600">
                <a:latin typeface="DM Sans"/>
                <a:ea typeface="DM Sans"/>
                <a:cs typeface="DM Sans"/>
                <a:sym typeface="DM Sans"/>
              </a:defRPr>
            </a:lvl6pPr>
            <a:lvl7pPr indent="-330200" lvl="6" marL="3200400">
              <a:spcBef>
                <a:spcPts val="0"/>
              </a:spcBef>
              <a:spcAft>
                <a:spcPts val="0"/>
              </a:spcAft>
              <a:buSzPts val="1600"/>
              <a:buFont typeface="DM Sans"/>
              <a:buChar char="●"/>
              <a:defRPr sz="1600">
                <a:latin typeface="DM Sans"/>
                <a:ea typeface="DM Sans"/>
                <a:cs typeface="DM Sans"/>
                <a:sym typeface="DM Sans"/>
              </a:defRPr>
            </a:lvl7pPr>
            <a:lvl8pPr indent="-330200" lvl="7" marL="3657600">
              <a:spcBef>
                <a:spcPts val="0"/>
              </a:spcBef>
              <a:spcAft>
                <a:spcPts val="0"/>
              </a:spcAft>
              <a:buSzPts val="1600"/>
              <a:buFont typeface="DM Sans"/>
              <a:buChar char="○"/>
              <a:defRPr sz="1600">
                <a:latin typeface="DM Sans"/>
                <a:ea typeface="DM Sans"/>
                <a:cs typeface="DM Sans"/>
                <a:sym typeface="DM Sans"/>
              </a:defRPr>
            </a:lvl8pPr>
            <a:lvl9pPr indent="-330200" lvl="8" marL="4114800">
              <a:spcBef>
                <a:spcPts val="0"/>
              </a:spcBef>
              <a:spcAft>
                <a:spcPts val="0"/>
              </a:spcAft>
              <a:buSzPts val="1600"/>
              <a:buFont typeface="DM Sans"/>
              <a:buChar char="■"/>
              <a:defRPr sz="1600">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 id="2147483729" r:id="rId37"/>
    <p:sldLayoutId id="2147483730" r:id="rId38"/>
    <p:sldLayoutId id="2147483731" r:id="rId39"/>
    <p:sldLayoutId id="2147483732" r:id="rId40"/>
    <p:sldLayoutId id="2147483733" r:id="rId41"/>
    <p:sldLayoutId id="2147483734" r:id="rId42"/>
    <p:sldLayoutId id="2147483735" r:id="rId43"/>
    <p:sldLayoutId id="2147483736" r:id="rId44"/>
    <p:sldLayoutId id="2147483737" r:id="rId45"/>
    <p:sldLayoutId id="2147483738" r:id="rId46"/>
    <p:sldLayoutId id="2147483739" r:id="rId47"/>
    <p:sldLayoutId id="2147483740" r:id="rId48"/>
    <p:sldLayoutId id="2147483741" r:id="rId49"/>
    <p:sldLayoutId id="2147483742" r:id="rId50"/>
    <p:sldLayoutId id="2147483743" r:id="rId51"/>
    <p:sldLayoutId id="2147483744" r:id="rId52"/>
    <p:sldLayoutId id="2147483745" r:id="rId53"/>
    <p:sldLayoutId id="2147483746" r:id="rId54"/>
    <p:sldLayoutId id="2147483747" r:id="rId55"/>
    <p:sldLayoutId id="2147483748" r:id="rId56"/>
    <p:sldLayoutId id="2147483749" r:id="rId57"/>
    <p:sldLayoutId id="2147483750" r:id="rId58"/>
    <p:sldLayoutId id="2147483751" r:id="rId5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12.xml"/><Relationship Id="rId3" Type="http://schemas.openxmlformats.org/officeDocument/2006/relationships/hyperlink" Target="https://doi.org/10.38126/jspg200201" TargetMode="External"/><Relationship Id="rId4" Type="http://schemas.openxmlformats.org/officeDocument/2006/relationships/hyperlink" Target="https://data.hrsa.gov/data/data-explorer" TargetMode="External"/><Relationship Id="rId5" Type="http://schemas.openxmlformats.org/officeDocument/2006/relationships/hyperlink" Target="http://bhw.hrsa.gov"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07"/>
          <p:cNvSpPr txBox="1"/>
          <p:nvPr>
            <p:ph type="title"/>
          </p:nvPr>
        </p:nvSpPr>
        <p:spPr>
          <a:xfrm>
            <a:off x="274725" y="312763"/>
            <a:ext cx="8598900" cy="24789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None/>
            </a:pPr>
            <a:r>
              <a:rPr lang="en"/>
              <a:t>Addressing Healthcare Workforce Shortages</a:t>
            </a:r>
            <a:endParaRPr/>
          </a:p>
        </p:txBody>
      </p:sp>
      <p:sp>
        <p:nvSpPr>
          <p:cNvPr id="811" name="Google Shape;811;p107"/>
          <p:cNvSpPr txBox="1"/>
          <p:nvPr>
            <p:ph idx="1" type="subTitle"/>
          </p:nvPr>
        </p:nvSpPr>
        <p:spPr>
          <a:xfrm>
            <a:off x="274725" y="2971100"/>
            <a:ext cx="4213200" cy="1313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solidFill>
                  <a:schemeClr val="dk1"/>
                </a:solidFill>
                <a:latin typeface="DM Sans"/>
                <a:ea typeface="DM Sans"/>
                <a:cs typeface="DM Sans"/>
                <a:sym typeface="DM Sans"/>
              </a:rPr>
              <a:t>Final Project WIP</a:t>
            </a:r>
            <a:endParaRPr b="1">
              <a:solidFill>
                <a:schemeClr val="dk1"/>
              </a:solidFill>
              <a:latin typeface="DM Sans"/>
              <a:ea typeface="DM Sans"/>
              <a:cs typeface="DM Sans"/>
              <a:sym typeface="DM Sans"/>
            </a:endParaRPr>
          </a:p>
          <a:p>
            <a:pPr indent="0" lvl="0" marL="0" rtl="0" algn="ctr">
              <a:spcBef>
                <a:spcPts val="0"/>
              </a:spcBef>
              <a:spcAft>
                <a:spcPts val="0"/>
              </a:spcAft>
              <a:buNone/>
            </a:pPr>
            <a:r>
              <a:rPr b="1" lang="en">
                <a:solidFill>
                  <a:schemeClr val="dk1"/>
                </a:solidFill>
                <a:latin typeface="DM Sans"/>
                <a:ea typeface="DM Sans"/>
                <a:cs typeface="DM Sans"/>
                <a:sym typeface="DM Sans"/>
              </a:rPr>
              <a:t>HCIP 6396</a:t>
            </a:r>
            <a:endParaRPr b="1">
              <a:solidFill>
                <a:schemeClr val="dk1"/>
              </a:solidFill>
              <a:latin typeface="DM Sans"/>
              <a:ea typeface="DM Sans"/>
              <a:cs typeface="DM Sans"/>
              <a:sym typeface="DM Sans"/>
            </a:endParaRPr>
          </a:p>
        </p:txBody>
      </p:sp>
      <p:sp>
        <p:nvSpPr>
          <p:cNvPr id="812" name="Google Shape;812;p107"/>
          <p:cNvSpPr txBox="1"/>
          <p:nvPr>
            <p:ph idx="2" type="subTitle"/>
          </p:nvPr>
        </p:nvSpPr>
        <p:spPr>
          <a:xfrm>
            <a:off x="279625" y="4509075"/>
            <a:ext cx="8598900" cy="3570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1600">
                <a:solidFill>
                  <a:schemeClr val="dk1"/>
                </a:solidFill>
              </a:rPr>
              <a:t>Reet Verma</a:t>
            </a:r>
            <a:r>
              <a:rPr lang="en" sz="1600">
                <a:solidFill>
                  <a:schemeClr val="dk1"/>
                </a:solidFill>
              </a:rPr>
              <a:t>  |  Jayashree Kanukollu</a:t>
            </a:r>
            <a:endParaRPr sz="1600">
              <a:solidFill>
                <a:schemeClr val="dk1"/>
              </a:solidFill>
            </a:endParaRPr>
          </a:p>
        </p:txBody>
      </p:sp>
      <p:pic>
        <p:nvPicPr>
          <p:cNvPr id="813" name="Google Shape;813;p107" title="Screen Shot 2025-11-13 at 5.36.46 PM.png"/>
          <p:cNvPicPr preferRelativeResize="0"/>
          <p:nvPr/>
        </p:nvPicPr>
        <p:blipFill rotWithShape="1">
          <a:blip r:embed="rId3">
            <a:alphaModFix/>
          </a:blip>
          <a:srcRect b="48885" l="0" r="0" t="0"/>
          <a:stretch/>
        </p:blipFill>
        <p:spPr>
          <a:xfrm>
            <a:off x="4672554" y="2975829"/>
            <a:ext cx="4201200" cy="1313700"/>
          </a:xfrm>
          <a:prstGeom prst="roundRect">
            <a:avLst>
              <a:gd fmla="val 16667" name="adj"/>
            </a:avLst>
          </a:prstGeom>
          <a:noFill/>
          <a:ln cap="flat" cmpd="sng" w="9525">
            <a:solidFill>
              <a:schemeClr val="dk1"/>
            </a:solidFill>
            <a:prstDash val="solid"/>
            <a:round/>
            <a:headEnd len="sm" w="sm" type="none"/>
            <a:tailEnd len="sm" w="sm" type="none"/>
          </a:ln>
        </p:spPr>
      </p:pic>
      <p:sp>
        <p:nvSpPr>
          <p:cNvPr id="814" name="Google Shape;814;p107"/>
          <p:cNvSpPr txBox="1"/>
          <p:nvPr/>
        </p:nvSpPr>
        <p:spPr>
          <a:xfrm>
            <a:off x="4817025" y="4219475"/>
            <a:ext cx="4056600" cy="18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00">
                <a:latin typeface="DM Sans"/>
                <a:ea typeface="DM Sans"/>
                <a:cs typeface="DM Sans"/>
                <a:sym typeface="DM Sans"/>
              </a:rPr>
              <a:t>https://www.aha.org/aha-center-health-innovation-market-scan/2022-06-28-how-some-hospitals-are-grappling-workforce</a:t>
            </a:r>
            <a:endParaRPr sz="500">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pic>
        <p:nvPicPr>
          <p:cNvPr id="819" name="Google Shape;819;p108" title="Screen Shot 2025-11-14 at 12.32.54 AM.png"/>
          <p:cNvPicPr preferRelativeResize="0"/>
          <p:nvPr>
            <p:ph idx="2" type="pic"/>
          </p:nvPr>
        </p:nvPicPr>
        <p:blipFill rotWithShape="1">
          <a:blip r:embed="rId3">
            <a:alphaModFix/>
          </a:blip>
          <a:srcRect b="0" l="19604" r="19604" t="0"/>
          <a:stretch/>
        </p:blipFill>
        <p:spPr>
          <a:xfrm>
            <a:off x="4676850" y="1342250"/>
            <a:ext cx="4201200" cy="3510600"/>
          </a:xfrm>
          <a:prstGeom prst="roundRect">
            <a:avLst>
              <a:gd fmla="val 16667" name="adj"/>
            </a:avLst>
          </a:prstGeom>
        </p:spPr>
      </p:pic>
      <p:sp>
        <p:nvSpPr>
          <p:cNvPr id="820" name="Google Shape;820;p108"/>
          <p:cNvSpPr txBox="1"/>
          <p:nvPr>
            <p:ph idx="1" type="body"/>
          </p:nvPr>
        </p:nvSpPr>
        <p:spPr>
          <a:xfrm>
            <a:off x="496350" y="1468100"/>
            <a:ext cx="3754200" cy="32589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n" sz="1500">
                <a:solidFill>
                  <a:schemeClr val="dk1"/>
                </a:solidFill>
              </a:rPr>
              <a:t>Covid has exposed </a:t>
            </a:r>
            <a:r>
              <a:rPr lang="en" sz="1500">
                <a:solidFill>
                  <a:schemeClr val="dk1"/>
                </a:solidFill>
              </a:rPr>
              <a:t>healthcare</a:t>
            </a:r>
            <a:r>
              <a:rPr lang="en" sz="1500">
                <a:solidFill>
                  <a:schemeClr val="dk1"/>
                </a:solidFill>
              </a:rPr>
              <a:t> </a:t>
            </a:r>
            <a:r>
              <a:rPr lang="en" sz="1500">
                <a:solidFill>
                  <a:schemeClr val="dk1"/>
                </a:solidFill>
              </a:rPr>
              <a:t>workforce</a:t>
            </a:r>
            <a:r>
              <a:rPr lang="en" sz="1500">
                <a:solidFill>
                  <a:schemeClr val="dk1"/>
                </a:solidFill>
              </a:rPr>
              <a:t> </a:t>
            </a:r>
            <a:r>
              <a:rPr lang="en" sz="1500">
                <a:solidFill>
                  <a:schemeClr val="dk1"/>
                </a:solidFill>
              </a:rPr>
              <a:t>shortages</a:t>
            </a:r>
            <a:r>
              <a:rPr lang="en" sz="1500">
                <a:solidFill>
                  <a:schemeClr val="dk1"/>
                </a:solidFill>
              </a:rPr>
              <a:t> </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“History of shortages in filling residency positions” in certain fields (Alam 2022)</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Rural and underserved areas have been unequally impacted by labor shortages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High turnover rates in certain roles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Current programs to address shortages have not been </a:t>
            </a:r>
            <a:r>
              <a:rPr lang="en" sz="1500">
                <a:solidFill>
                  <a:schemeClr val="dk1"/>
                </a:solidFill>
              </a:rPr>
              <a:t>effective</a:t>
            </a:r>
            <a:endParaRPr sz="1500">
              <a:solidFill>
                <a:schemeClr val="dk1"/>
              </a:solidFill>
            </a:endParaRPr>
          </a:p>
          <a:p>
            <a:pPr indent="-323850" lvl="1" marL="914400" rtl="0" algn="l">
              <a:spcBef>
                <a:spcPts val="0"/>
              </a:spcBef>
              <a:spcAft>
                <a:spcPts val="0"/>
              </a:spcAft>
              <a:buClr>
                <a:schemeClr val="dk1"/>
              </a:buClr>
              <a:buSzPts val="1500"/>
              <a:buChar char="○"/>
            </a:pPr>
            <a:r>
              <a:rPr b="1" lang="en" sz="1500">
                <a:solidFill>
                  <a:schemeClr val="dk1"/>
                </a:solidFill>
              </a:rPr>
              <a:t>Should be “targeted within healthcare landscape” (Alam 2022)</a:t>
            </a:r>
            <a:endParaRPr b="1" sz="1500">
              <a:solidFill>
                <a:schemeClr val="dk1"/>
              </a:solidFill>
            </a:endParaRPr>
          </a:p>
        </p:txBody>
      </p:sp>
      <p:sp>
        <p:nvSpPr>
          <p:cNvPr id="821" name="Google Shape;821;p108"/>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chemeClr val="dk1"/>
              </a:buClr>
              <a:buSzPts val="1100"/>
              <a:buFont typeface="Arial"/>
              <a:buNone/>
            </a:pPr>
            <a:r>
              <a:rPr lang="en"/>
              <a:t>Background of Business Problem</a:t>
            </a:r>
            <a:endParaRPr/>
          </a:p>
        </p:txBody>
      </p:sp>
      <p:sp>
        <p:nvSpPr>
          <p:cNvPr id="822" name="Google Shape;822;p108"/>
          <p:cNvSpPr txBox="1"/>
          <p:nvPr/>
        </p:nvSpPr>
        <p:spPr>
          <a:xfrm>
            <a:off x="5631750" y="4852850"/>
            <a:ext cx="2291400" cy="1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DM Sans"/>
                <a:ea typeface="DM Sans"/>
                <a:cs typeface="DM Sans"/>
                <a:sym typeface="DM Sans"/>
              </a:rPr>
              <a:t>https://www.nature.com/articles/s41591-023-02698-6</a:t>
            </a:r>
            <a:endParaRPr sz="600">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09"/>
          <p:cNvSpPr txBox="1"/>
          <p:nvPr>
            <p:ph idx="1" type="body"/>
          </p:nvPr>
        </p:nvSpPr>
        <p:spPr>
          <a:xfrm>
            <a:off x="451925" y="1237025"/>
            <a:ext cx="8060400" cy="3433500"/>
          </a:xfrm>
          <a:prstGeom prst="rect">
            <a:avLst/>
          </a:prstGeom>
        </p:spPr>
        <p:txBody>
          <a:bodyPr anchorCtr="0" anchor="t" bIns="91425" lIns="91425" spcFirstLastPara="1" rIns="91425" wrap="square" tIns="91425">
            <a:noAutofit/>
          </a:bodyPr>
          <a:lstStyle/>
          <a:p>
            <a:pPr indent="-347980" lvl="0" marL="457200" rtl="0" algn="l">
              <a:lnSpc>
                <a:spcPct val="100000"/>
              </a:lnSpc>
              <a:spcBef>
                <a:spcPts val="0"/>
              </a:spcBef>
              <a:spcAft>
                <a:spcPts val="0"/>
              </a:spcAft>
              <a:buClr>
                <a:schemeClr val="dk1"/>
              </a:buClr>
              <a:buSzPts val="1880"/>
              <a:buChar char="●"/>
            </a:pPr>
            <a:r>
              <a:rPr lang="en" sz="1879">
                <a:solidFill>
                  <a:schemeClr val="dk1"/>
                </a:solidFill>
              </a:rPr>
              <a:t>Business Intelligence helps us turn huge, complex healthcare datasets into clear and meaningful visuals</a:t>
            </a:r>
            <a:endParaRPr sz="1879">
              <a:solidFill>
                <a:schemeClr val="dk1"/>
              </a:solidFill>
            </a:endParaRPr>
          </a:p>
          <a:p>
            <a:pPr indent="-347980" lvl="0" marL="457200" rtl="0" algn="l">
              <a:lnSpc>
                <a:spcPct val="100000"/>
              </a:lnSpc>
              <a:spcBef>
                <a:spcPts val="0"/>
              </a:spcBef>
              <a:spcAft>
                <a:spcPts val="0"/>
              </a:spcAft>
              <a:buClr>
                <a:schemeClr val="dk1"/>
              </a:buClr>
              <a:buSzPts val="1880"/>
              <a:buChar char="●"/>
            </a:pPr>
            <a:r>
              <a:rPr lang="en" sz="1879">
                <a:solidFill>
                  <a:schemeClr val="dk1"/>
                </a:solidFill>
              </a:rPr>
              <a:t>It gives decision-makers a way to see where the shortages are most critical—by state, by profession, or by community</a:t>
            </a:r>
            <a:endParaRPr sz="1879">
              <a:solidFill>
                <a:schemeClr val="dk1"/>
              </a:solidFill>
            </a:endParaRPr>
          </a:p>
          <a:p>
            <a:pPr indent="-347980" lvl="0" marL="457200" rtl="0" algn="l">
              <a:lnSpc>
                <a:spcPct val="100000"/>
              </a:lnSpc>
              <a:spcBef>
                <a:spcPts val="0"/>
              </a:spcBef>
              <a:spcAft>
                <a:spcPts val="0"/>
              </a:spcAft>
              <a:buClr>
                <a:schemeClr val="dk1"/>
              </a:buClr>
              <a:buSzPts val="1880"/>
              <a:buChar char="●"/>
            </a:pPr>
            <a:r>
              <a:rPr lang="en" sz="1879">
                <a:solidFill>
                  <a:schemeClr val="dk1"/>
                </a:solidFill>
              </a:rPr>
              <a:t>Using BI, healthcare leaders can make smarter choices about where to focus recruitment and funding efforts</a:t>
            </a:r>
            <a:endParaRPr sz="1879">
              <a:solidFill>
                <a:schemeClr val="dk1"/>
              </a:solidFill>
            </a:endParaRPr>
          </a:p>
          <a:p>
            <a:pPr indent="-347980" lvl="0" marL="457200" rtl="0" algn="l">
              <a:lnSpc>
                <a:spcPct val="100000"/>
              </a:lnSpc>
              <a:spcBef>
                <a:spcPts val="0"/>
              </a:spcBef>
              <a:spcAft>
                <a:spcPts val="0"/>
              </a:spcAft>
              <a:buClr>
                <a:schemeClr val="dk1"/>
              </a:buClr>
              <a:buSzPts val="1880"/>
              <a:buChar char="●"/>
            </a:pPr>
            <a:r>
              <a:rPr lang="en" sz="1879">
                <a:solidFill>
                  <a:schemeClr val="dk1"/>
                </a:solidFill>
              </a:rPr>
              <a:t>It helps track how well workforce programs and incentives are working over time</a:t>
            </a:r>
            <a:endParaRPr sz="1879">
              <a:solidFill>
                <a:schemeClr val="dk1"/>
              </a:solidFill>
            </a:endParaRPr>
          </a:p>
          <a:p>
            <a:pPr indent="-347980" lvl="0" marL="457200" rtl="0" algn="l">
              <a:lnSpc>
                <a:spcPct val="100000"/>
              </a:lnSpc>
              <a:spcBef>
                <a:spcPts val="0"/>
              </a:spcBef>
              <a:spcAft>
                <a:spcPts val="0"/>
              </a:spcAft>
              <a:buClr>
                <a:schemeClr val="dk1"/>
              </a:buClr>
              <a:buSzPts val="1880"/>
              <a:buChar char="●"/>
            </a:pPr>
            <a:r>
              <a:rPr lang="en" sz="1879">
                <a:solidFill>
                  <a:schemeClr val="dk1"/>
                </a:solidFill>
              </a:rPr>
              <a:t>Most importantly, BI connects the data to real people—helping us match the healthcare workforce to the needs of growing and underserved populations</a:t>
            </a:r>
            <a:endParaRPr sz="1879">
              <a:solidFill>
                <a:schemeClr val="dk1"/>
              </a:solidFill>
            </a:endParaRPr>
          </a:p>
          <a:p>
            <a:pPr indent="0" lvl="0" marL="0" rtl="0" algn="l">
              <a:lnSpc>
                <a:spcPct val="100000"/>
              </a:lnSpc>
              <a:spcBef>
                <a:spcPts val="0"/>
              </a:spcBef>
              <a:spcAft>
                <a:spcPts val="0"/>
              </a:spcAft>
              <a:buSzPts val="1018"/>
              <a:buNone/>
            </a:pPr>
            <a:r>
              <a:t/>
            </a:r>
            <a:endParaRPr sz="1580">
              <a:solidFill>
                <a:schemeClr val="dk1"/>
              </a:solidFill>
            </a:endParaRPr>
          </a:p>
        </p:txBody>
      </p:sp>
      <p:sp>
        <p:nvSpPr>
          <p:cNvPr id="828" name="Google Shape;828;p109"/>
          <p:cNvSpPr txBox="1"/>
          <p:nvPr>
            <p:ph type="title"/>
          </p:nvPr>
        </p:nvSpPr>
        <p:spPr>
          <a:xfrm>
            <a:off x="272650" y="305925"/>
            <a:ext cx="5719200" cy="6621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lang="en" sz="3500"/>
              <a:t>Why is BI Relevant?</a:t>
            </a:r>
            <a:endParaRPr sz="3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10"/>
          <p:cNvSpPr/>
          <p:nvPr/>
        </p:nvSpPr>
        <p:spPr>
          <a:xfrm>
            <a:off x="4672600" y="1136025"/>
            <a:ext cx="4201200" cy="3693600"/>
          </a:xfrm>
          <a:prstGeom prst="roundRect">
            <a:avLst>
              <a:gd fmla="val 6910"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834" name="Google Shape;834;p110"/>
          <p:cNvSpPr txBox="1"/>
          <p:nvPr>
            <p:ph idx="1" type="body"/>
          </p:nvPr>
        </p:nvSpPr>
        <p:spPr>
          <a:xfrm>
            <a:off x="4672600" y="1164975"/>
            <a:ext cx="3994200" cy="3635700"/>
          </a:xfrm>
          <a:prstGeom prst="rect">
            <a:avLst/>
          </a:prstGeom>
        </p:spPr>
        <p:txBody>
          <a:bodyPr anchorCtr="0" anchor="t" bIns="91425" lIns="91425" spcFirstLastPara="1" rIns="91425" wrap="square" tIns="91425">
            <a:noAutofit/>
          </a:bodyPr>
          <a:lstStyle/>
          <a:p>
            <a:pPr indent="-312420" lvl="0" marL="457200" rtl="0" algn="l">
              <a:lnSpc>
                <a:spcPct val="100000"/>
              </a:lnSpc>
              <a:spcBef>
                <a:spcPts val="0"/>
              </a:spcBef>
              <a:spcAft>
                <a:spcPts val="0"/>
              </a:spcAft>
              <a:buClr>
                <a:schemeClr val="dk1"/>
              </a:buClr>
              <a:buSzPts val="1320"/>
              <a:buChar char="●"/>
            </a:pPr>
            <a:r>
              <a:rPr b="1" lang="en" sz="1320">
                <a:solidFill>
                  <a:schemeClr val="dk1"/>
                </a:solidFill>
              </a:rPr>
              <a:t>Data Source</a:t>
            </a:r>
            <a:r>
              <a:rPr lang="en" sz="1320">
                <a:solidFill>
                  <a:schemeClr val="dk1"/>
                </a:solidFill>
              </a:rPr>
              <a:t>: Health Resources &amp; Services Administration (HRSA) Data Warehouse</a:t>
            </a:r>
            <a:endParaRPr sz="1320">
              <a:solidFill>
                <a:schemeClr val="dk1"/>
              </a:solidFill>
            </a:endParaRPr>
          </a:p>
          <a:p>
            <a:pPr indent="-312420" lvl="0" marL="457200" rtl="0" algn="l">
              <a:lnSpc>
                <a:spcPct val="100000"/>
              </a:lnSpc>
              <a:spcBef>
                <a:spcPts val="0"/>
              </a:spcBef>
              <a:spcAft>
                <a:spcPts val="0"/>
              </a:spcAft>
              <a:buClr>
                <a:schemeClr val="dk1"/>
              </a:buClr>
              <a:buSzPts val="1320"/>
              <a:buChar char="●"/>
            </a:pPr>
            <a:r>
              <a:rPr b="1" lang="en" sz="1320">
                <a:solidFill>
                  <a:schemeClr val="dk1"/>
                </a:solidFill>
              </a:rPr>
              <a:t>Dataset covers</a:t>
            </a:r>
            <a:r>
              <a:rPr lang="en" sz="1320">
                <a:solidFill>
                  <a:schemeClr val="dk1"/>
                </a:solidFill>
              </a:rPr>
              <a:t>: Health Professional Shortage Areas (HPSA) across U.S. states and counties</a:t>
            </a:r>
            <a:endParaRPr sz="1320">
              <a:solidFill>
                <a:schemeClr val="dk1"/>
              </a:solidFill>
            </a:endParaRPr>
          </a:p>
          <a:p>
            <a:pPr indent="-312420" lvl="0" marL="457200" rtl="0" algn="l">
              <a:lnSpc>
                <a:spcPct val="100000"/>
              </a:lnSpc>
              <a:spcBef>
                <a:spcPts val="0"/>
              </a:spcBef>
              <a:spcAft>
                <a:spcPts val="0"/>
              </a:spcAft>
              <a:buClr>
                <a:schemeClr val="dk1"/>
              </a:buClr>
              <a:buSzPts val="1320"/>
              <a:buChar char="●"/>
            </a:pPr>
            <a:r>
              <a:rPr b="1" lang="en" sz="1320">
                <a:solidFill>
                  <a:schemeClr val="dk1"/>
                </a:solidFill>
              </a:rPr>
              <a:t>Focus</a:t>
            </a:r>
            <a:r>
              <a:rPr lang="en" sz="1320">
                <a:solidFill>
                  <a:schemeClr val="dk1"/>
                </a:solidFill>
              </a:rPr>
              <a:t>: North Carolina — filtered from 19,000 + national records to 567 active designations</a:t>
            </a:r>
            <a:endParaRPr sz="1320">
              <a:solidFill>
                <a:schemeClr val="dk1"/>
              </a:solidFill>
            </a:endParaRPr>
          </a:p>
          <a:p>
            <a:pPr indent="-312420" lvl="0" marL="457200" rtl="0" algn="l">
              <a:lnSpc>
                <a:spcPct val="100000"/>
              </a:lnSpc>
              <a:spcBef>
                <a:spcPts val="0"/>
              </a:spcBef>
              <a:spcAft>
                <a:spcPts val="0"/>
              </a:spcAft>
              <a:buClr>
                <a:schemeClr val="dk1"/>
              </a:buClr>
              <a:buSzPts val="1320"/>
              <a:buChar char="●"/>
            </a:pPr>
            <a:r>
              <a:rPr b="1" lang="en" sz="1320">
                <a:solidFill>
                  <a:schemeClr val="dk1"/>
                </a:solidFill>
              </a:rPr>
              <a:t>Fields used</a:t>
            </a:r>
            <a:r>
              <a:rPr lang="en" sz="1320">
                <a:solidFill>
                  <a:schemeClr val="dk1"/>
                </a:solidFill>
              </a:rPr>
              <a:t>: State, County/Facility, HPSA Discipline Class, HPSA Score, Designation Type</a:t>
            </a:r>
            <a:endParaRPr sz="1320">
              <a:solidFill>
                <a:schemeClr val="dk1"/>
              </a:solidFill>
            </a:endParaRPr>
          </a:p>
          <a:p>
            <a:pPr indent="-312420" lvl="0" marL="457200" rtl="0" algn="l">
              <a:lnSpc>
                <a:spcPct val="100000"/>
              </a:lnSpc>
              <a:spcBef>
                <a:spcPts val="0"/>
              </a:spcBef>
              <a:spcAft>
                <a:spcPts val="0"/>
              </a:spcAft>
              <a:buClr>
                <a:schemeClr val="dk1"/>
              </a:buClr>
              <a:buSzPts val="1320"/>
              <a:buChar char="●"/>
            </a:pPr>
            <a:r>
              <a:rPr b="1" lang="en" sz="1320">
                <a:solidFill>
                  <a:schemeClr val="dk1"/>
                </a:solidFill>
              </a:rPr>
              <a:t>Key KPIs</a:t>
            </a:r>
            <a:r>
              <a:rPr lang="en" sz="1320">
                <a:solidFill>
                  <a:schemeClr val="dk1"/>
                </a:solidFill>
              </a:rPr>
              <a:t>:</a:t>
            </a:r>
            <a:endParaRPr sz="1320">
              <a:solidFill>
                <a:schemeClr val="dk1"/>
              </a:solidFill>
            </a:endParaRPr>
          </a:p>
          <a:p>
            <a:pPr indent="-312419" lvl="1" marL="914400" rtl="0" algn="l">
              <a:lnSpc>
                <a:spcPct val="100000"/>
              </a:lnSpc>
              <a:spcBef>
                <a:spcPts val="0"/>
              </a:spcBef>
              <a:spcAft>
                <a:spcPts val="0"/>
              </a:spcAft>
              <a:buClr>
                <a:schemeClr val="dk1"/>
              </a:buClr>
              <a:buSzPts val="1320"/>
              <a:buChar char="○"/>
            </a:pPr>
            <a:r>
              <a:rPr lang="en" sz="1320">
                <a:solidFill>
                  <a:schemeClr val="dk1"/>
                </a:solidFill>
              </a:rPr>
              <a:t>Average HPSA </a:t>
            </a:r>
            <a:r>
              <a:rPr lang="en" sz="1320">
                <a:solidFill>
                  <a:schemeClr val="dk1"/>
                </a:solidFill>
              </a:rPr>
              <a:t>Score per State</a:t>
            </a:r>
            <a:endParaRPr sz="1320">
              <a:solidFill>
                <a:schemeClr val="dk1"/>
              </a:solidFill>
            </a:endParaRPr>
          </a:p>
          <a:p>
            <a:pPr indent="-312419" lvl="1" marL="914400" rtl="0" algn="l">
              <a:lnSpc>
                <a:spcPct val="100000"/>
              </a:lnSpc>
              <a:spcBef>
                <a:spcPts val="0"/>
              </a:spcBef>
              <a:spcAft>
                <a:spcPts val="0"/>
              </a:spcAft>
              <a:buClr>
                <a:schemeClr val="dk1"/>
              </a:buClr>
              <a:buSzPts val="1320"/>
              <a:buChar char="○"/>
            </a:pPr>
            <a:r>
              <a:rPr lang="en" sz="1320">
                <a:solidFill>
                  <a:schemeClr val="dk1"/>
                </a:solidFill>
              </a:rPr>
              <a:t>Average HPSA Score per Discipline (Mental Health, Primary Care)</a:t>
            </a:r>
            <a:endParaRPr sz="1320">
              <a:solidFill>
                <a:schemeClr val="dk1"/>
              </a:solidFill>
            </a:endParaRPr>
          </a:p>
          <a:p>
            <a:pPr indent="-312419" lvl="1" marL="914400" rtl="0" algn="l">
              <a:lnSpc>
                <a:spcPct val="100000"/>
              </a:lnSpc>
              <a:spcBef>
                <a:spcPts val="0"/>
              </a:spcBef>
              <a:spcAft>
                <a:spcPts val="0"/>
              </a:spcAft>
              <a:buClr>
                <a:schemeClr val="dk1"/>
              </a:buClr>
              <a:buSzPts val="1320"/>
              <a:buChar char="○"/>
            </a:pPr>
            <a:r>
              <a:rPr lang="en" sz="1320">
                <a:solidFill>
                  <a:schemeClr val="dk1"/>
                </a:solidFill>
              </a:rPr>
              <a:t>Number of Shortage Designations per County</a:t>
            </a:r>
            <a:endParaRPr sz="1320">
              <a:solidFill>
                <a:schemeClr val="dk1"/>
              </a:solidFill>
            </a:endParaRPr>
          </a:p>
        </p:txBody>
      </p:sp>
      <p:pic>
        <p:nvPicPr>
          <p:cNvPr id="835" name="Google Shape;835;p110" title="Screen Shot 2025-11-13 at 5.42.03 PM.png"/>
          <p:cNvPicPr preferRelativeResize="0"/>
          <p:nvPr>
            <p:ph idx="2" type="pic"/>
          </p:nvPr>
        </p:nvPicPr>
        <p:blipFill rotWithShape="1">
          <a:blip r:embed="rId3">
            <a:alphaModFix/>
          </a:blip>
          <a:srcRect b="2219" l="0" r="0" t="0"/>
          <a:stretch/>
        </p:blipFill>
        <p:spPr>
          <a:xfrm>
            <a:off x="274950" y="1077675"/>
            <a:ext cx="4059300" cy="3918900"/>
          </a:xfrm>
          <a:prstGeom prst="roundRect">
            <a:avLst>
              <a:gd fmla="val 16667" name="adj"/>
            </a:avLst>
          </a:prstGeom>
        </p:spPr>
      </p:pic>
      <p:sp>
        <p:nvSpPr>
          <p:cNvPr id="836" name="Google Shape;836;p110"/>
          <p:cNvSpPr txBox="1"/>
          <p:nvPr>
            <p:ph type="title"/>
          </p:nvPr>
        </p:nvSpPr>
        <p:spPr>
          <a:xfrm>
            <a:off x="2547100" y="327125"/>
            <a:ext cx="6326700" cy="66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380"/>
              <a:t>Data Summary</a:t>
            </a:r>
            <a:endParaRPr sz="338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11"/>
          <p:cNvSpPr txBox="1"/>
          <p:nvPr>
            <p:ph idx="1" type="body"/>
          </p:nvPr>
        </p:nvSpPr>
        <p:spPr>
          <a:xfrm>
            <a:off x="558150" y="1255825"/>
            <a:ext cx="5760300" cy="3519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b="1" lang="en" sz="1800">
                <a:solidFill>
                  <a:schemeClr val="dk1"/>
                </a:solidFill>
              </a:rPr>
              <a:t>HPSA Designation</a:t>
            </a:r>
            <a:r>
              <a:rPr lang="en" sz="1800">
                <a:solidFill>
                  <a:schemeClr val="dk1"/>
                </a:solidFill>
              </a:rPr>
              <a:t>: Health Provider Shortage Areas, identified by HRSA</a:t>
            </a:r>
            <a:endParaRPr sz="18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Can be “</a:t>
            </a:r>
            <a:r>
              <a:rPr lang="en" sz="1700">
                <a:solidFill>
                  <a:schemeClr val="dk1"/>
                </a:solidFill>
              </a:rPr>
              <a:t>geographic</a:t>
            </a:r>
            <a:r>
              <a:rPr lang="en" sz="1700">
                <a:solidFill>
                  <a:schemeClr val="dk1"/>
                </a:solidFill>
              </a:rPr>
              <a:t> areas, populations or facilities with shortage of primary, dental or mental health care providers” (HRSA)</a:t>
            </a:r>
            <a:endParaRPr sz="17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Designation is used by National Health Service Corp for distribution of participants </a:t>
            </a:r>
            <a:endParaRPr sz="17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a:t>
            </a:r>
            <a:r>
              <a:rPr b="1" lang="en" sz="1800">
                <a:solidFill>
                  <a:schemeClr val="dk1"/>
                </a:solidFill>
              </a:rPr>
              <a:t>HPSA Score C</a:t>
            </a:r>
            <a:r>
              <a:rPr b="1" lang="en" sz="1800">
                <a:solidFill>
                  <a:schemeClr val="dk1"/>
                </a:solidFill>
              </a:rPr>
              <a:t>alculation</a:t>
            </a:r>
            <a:r>
              <a:rPr lang="en" sz="1800">
                <a:solidFill>
                  <a:schemeClr val="dk1"/>
                </a:solidFill>
              </a:rPr>
              <a:t>: based on 3 categories</a:t>
            </a:r>
            <a:endParaRPr sz="1800">
              <a:solidFill>
                <a:schemeClr val="dk1"/>
              </a:solidFill>
            </a:endParaRPr>
          </a:p>
          <a:p>
            <a:pPr indent="-336550" lvl="0" marL="914400" rtl="0" algn="l">
              <a:spcBef>
                <a:spcPts val="0"/>
              </a:spcBef>
              <a:spcAft>
                <a:spcPts val="0"/>
              </a:spcAft>
              <a:buClr>
                <a:schemeClr val="dk1"/>
              </a:buClr>
              <a:buSzPts val="1700"/>
              <a:buAutoNum type="arabicPeriod"/>
            </a:pPr>
            <a:r>
              <a:rPr lang="en" sz="1700">
                <a:solidFill>
                  <a:schemeClr val="dk1"/>
                </a:solidFill>
              </a:rPr>
              <a:t>Population</a:t>
            </a:r>
            <a:r>
              <a:rPr lang="en" sz="1700">
                <a:solidFill>
                  <a:schemeClr val="dk1"/>
                </a:solidFill>
              </a:rPr>
              <a:t> to provider ratio</a:t>
            </a:r>
            <a:endParaRPr sz="1700">
              <a:solidFill>
                <a:schemeClr val="dk1"/>
              </a:solidFill>
            </a:endParaRPr>
          </a:p>
          <a:p>
            <a:pPr indent="-336550" lvl="0" marL="914400" rtl="0" algn="l">
              <a:spcBef>
                <a:spcPts val="0"/>
              </a:spcBef>
              <a:spcAft>
                <a:spcPts val="0"/>
              </a:spcAft>
              <a:buClr>
                <a:schemeClr val="dk1"/>
              </a:buClr>
              <a:buSzPts val="1700"/>
              <a:buAutoNum type="arabicPeriod"/>
            </a:pPr>
            <a:r>
              <a:rPr lang="en" sz="1700">
                <a:solidFill>
                  <a:schemeClr val="dk1"/>
                </a:solidFill>
              </a:rPr>
              <a:t>Percent of population below 100% of Federal Poverty Level</a:t>
            </a:r>
            <a:endParaRPr sz="1700">
              <a:solidFill>
                <a:schemeClr val="dk1"/>
              </a:solidFill>
            </a:endParaRPr>
          </a:p>
          <a:p>
            <a:pPr indent="-336550" lvl="0" marL="914400" rtl="0" algn="l">
              <a:spcBef>
                <a:spcPts val="0"/>
              </a:spcBef>
              <a:spcAft>
                <a:spcPts val="0"/>
              </a:spcAft>
              <a:buClr>
                <a:schemeClr val="dk1"/>
              </a:buClr>
              <a:buSzPts val="1700"/>
              <a:buAutoNum type="arabicPeriod"/>
            </a:pPr>
            <a:r>
              <a:rPr lang="en" sz="1700">
                <a:solidFill>
                  <a:schemeClr val="dk1"/>
                </a:solidFill>
              </a:rPr>
              <a:t>Travel time to nearest source of care outside of designation area” (HRSA)</a:t>
            </a:r>
            <a:endParaRPr sz="1700">
              <a:solidFill>
                <a:schemeClr val="dk1"/>
              </a:solidFill>
            </a:endParaRPr>
          </a:p>
        </p:txBody>
      </p:sp>
      <p:sp>
        <p:nvSpPr>
          <p:cNvPr id="842" name="Google Shape;842;p111"/>
          <p:cNvSpPr txBox="1"/>
          <p:nvPr>
            <p:ph type="title"/>
          </p:nvPr>
        </p:nvSpPr>
        <p:spPr>
          <a:xfrm>
            <a:off x="274950" y="327125"/>
            <a:ext cx="6326700" cy="662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Clr>
                <a:schemeClr val="dk1"/>
              </a:buClr>
              <a:buSzPct val="32142"/>
              <a:buFont typeface="Arial"/>
              <a:buNone/>
            </a:pPr>
            <a:r>
              <a:rPr lang="en" sz="3422"/>
              <a:t>HPSA Designation and Scores</a:t>
            </a:r>
            <a:endParaRPr sz="3422"/>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12"/>
          <p:cNvSpPr/>
          <p:nvPr/>
        </p:nvSpPr>
        <p:spPr>
          <a:xfrm>
            <a:off x="274950" y="1164975"/>
            <a:ext cx="4201200" cy="3693600"/>
          </a:xfrm>
          <a:prstGeom prst="roundRect">
            <a:avLst>
              <a:gd fmla="val 6910"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848" name="Google Shape;848;p112"/>
          <p:cNvSpPr txBox="1"/>
          <p:nvPr>
            <p:ph idx="1" type="body"/>
          </p:nvPr>
        </p:nvSpPr>
        <p:spPr>
          <a:xfrm>
            <a:off x="496375" y="1377200"/>
            <a:ext cx="3772800" cy="3250800"/>
          </a:xfrm>
          <a:prstGeom prst="rect">
            <a:avLst/>
          </a:prstGeom>
        </p:spPr>
        <p:txBody>
          <a:bodyPr anchorCtr="0" anchor="t" bIns="91425" lIns="91425" spcFirstLastPara="1" rIns="91425" wrap="square" tIns="91425">
            <a:noAutofit/>
          </a:bodyPr>
          <a:lstStyle/>
          <a:p>
            <a:pPr indent="-333375" lvl="0" marL="457200" rtl="0" algn="l">
              <a:spcBef>
                <a:spcPts val="0"/>
              </a:spcBef>
              <a:spcAft>
                <a:spcPts val="0"/>
              </a:spcAft>
              <a:buClr>
                <a:schemeClr val="dk1"/>
              </a:buClr>
              <a:buSzPts val="1650"/>
              <a:buChar char="●"/>
            </a:pPr>
            <a:r>
              <a:rPr b="1" lang="en" sz="1650">
                <a:solidFill>
                  <a:schemeClr val="dk1"/>
                </a:solidFill>
              </a:rPr>
              <a:t>Overall objectives</a:t>
            </a:r>
            <a:r>
              <a:rPr lang="en" sz="1650">
                <a:solidFill>
                  <a:schemeClr val="dk1"/>
                </a:solidFill>
              </a:rPr>
              <a:t>: highlight areas that are in most need of targeted approaches, </a:t>
            </a:r>
            <a:r>
              <a:rPr lang="en" sz="1650">
                <a:solidFill>
                  <a:schemeClr val="dk1"/>
                </a:solidFill>
              </a:rPr>
              <a:t>especially</a:t>
            </a:r>
            <a:r>
              <a:rPr lang="en" sz="1650">
                <a:solidFill>
                  <a:schemeClr val="dk1"/>
                </a:solidFill>
              </a:rPr>
              <a:t> in North Carolina, and incorporate </a:t>
            </a:r>
            <a:r>
              <a:rPr lang="en" sz="1650">
                <a:solidFill>
                  <a:schemeClr val="dk1"/>
                </a:solidFill>
              </a:rPr>
              <a:t>intractability</a:t>
            </a:r>
            <a:r>
              <a:rPr lang="en" sz="1650">
                <a:solidFill>
                  <a:schemeClr val="dk1"/>
                </a:solidFill>
              </a:rPr>
              <a:t> </a:t>
            </a:r>
            <a:endParaRPr sz="1650">
              <a:solidFill>
                <a:schemeClr val="dk1"/>
              </a:solidFill>
            </a:endParaRPr>
          </a:p>
          <a:p>
            <a:pPr indent="-333375" lvl="1" marL="914400" rtl="0" algn="l">
              <a:spcBef>
                <a:spcPts val="0"/>
              </a:spcBef>
              <a:spcAft>
                <a:spcPts val="0"/>
              </a:spcAft>
              <a:buClr>
                <a:schemeClr val="dk1"/>
              </a:buClr>
              <a:buSzPts val="1650"/>
              <a:buChar char="○"/>
            </a:pPr>
            <a:r>
              <a:rPr b="1" lang="en" sz="1650">
                <a:solidFill>
                  <a:schemeClr val="dk1"/>
                </a:solidFill>
              </a:rPr>
              <a:t>By </a:t>
            </a:r>
            <a:r>
              <a:rPr b="1" lang="en" sz="1650">
                <a:solidFill>
                  <a:schemeClr val="dk1"/>
                </a:solidFill>
              </a:rPr>
              <a:t>geography</a:t>
            </a:r>
            <a:r>
              <a:rPr lang="en" sz="1650">
                <a:solidFill>
                  <a:schemeClr val="dk1"/>
                </a:solidFill>
              </a:rPr>
              <a:t>: maps of US/ NC and heatmaps per state showing HPSA scores</a:t>
            </a:r>
            <a:endParaRPr sz="1650">
              <a:solidFill>
                <a:schemeClr val="dk1"/>
              </a:solidFill>
            </a:endParaRPr>
          </a:p>
          <a:p>
            <a:pPr indent="-333375" lvl="1" marL="914400" rtl="0" algn="l">
              <a:spcBef>
                <a:spcPts val="0"/>
              </a:spcBef>
              <a:spcAft>
                <a:spcPts val="0"/>
              </a:spcAft>
              <a:buClr>
                <a:schemeClr val="dk1"/>
              </a:buClr>
              <a:buSzPts val="1650"/>
              <a:buChar char="○"/>
            </a:pPr>
            <a:r>
              <a:rPr b="1" lang="en" sz="1650">
                <a:solidFill>
                  <a:schemeClr val="dk1"/>
                </a:solidFill>
              </a:rPr>
              <a:t>By discipline</a:t>
            </a:r>
            <a:r>
              <a:rPr lang="en" sz="1650">
                <a:solidFill>
                  <a:schemeClr val="dk1"/>
                </a:solidFill>
              </a:rPr>
              <a:t>: bar graph</a:t>
            </a:r>
            <a:endParaRPr sz="1650">
              <a:solidFill>
                <a:schemeClr val="dk1"/>
              </a:solidFill>
            </a:endParaRPr>
          </a:p>
          <a:p>
            <a:pPr indent="-333375" lvl="1" marL="914400" rtl="0" algn="l">
              <a:spcBef>
                <a:spcPts val="0"/>
              </a:spcBef>
              <a:spcAft>
                <a:spcPts val="0"/>
              </a:spcAft>
              <a:buClr>
                <a:schemeClr val="dk1"/>
              </a:buClr>
              <a:buSzPts val="1650"/>
              <a:buChar char="○"/>
            </a:pPr>
            <a:r>
              <a:rPr b="1" lang="en" sz="1650">
                <a:solidFill>
                  <a:schemeClr val="dk1"/>
                </a:solidFill>
              </a:rPr>
              <a:t>By population</a:t>
            </a:r>
            <a:r>
              <a:rPr lang="en" sz="1650">
                <a:solidFill>
                  <a:schemeClr val="dk1"/>
                </a:solidFill>
              </a:rPr>
              <a:t>: filled map showing select counties (North Carolina Counties by Population(2024))</a:t>
            </a:r>
            <a:endParaRPr sz="1650">
              <a:solidFill>
                <a:schemeClr val="dk1"/>
              </a:solidFill>
            </a:endParaRPr>
          </a:p>
        </p:txBody>
      </p:sp>
      <p:sp>
        <p:nvSpPr>
          <p:cNvPr id="849" name="Google Shape;849;p112"/>
          <p:cNvSpPr txBox="1"/>
          <p:nvPr>
            <p:ph type="title"/>
          </p:nvPr>
        </p:nvSpPr>
        <p:spPr>
          <a:xfrm>
            <a:off x="2547100" y="327125"/>
            <a:ext cx="6326700" cy="662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Clr>
                <a:schemeClr val="dk1"/>
              </a:buClr>
              <a:buSzPct val="33221"/>
              <a:buFont typeface="Arial"/>
              <a:buNone/>
            </a:pPr>
            <a:r>
              <a:rPr lang="en" sz="3311"/>
              <a:t>Overview of Visualization Solutions</a:t>
            </a:r>
            <a:endParaRPr sz="3311"/>
          </a:p>
        </p:txBody>
      </p:sp>
      <p:pic>
        <p:nvPicPr>
          <p:cNvPr id="850" name="Google Shape;850;p112" title="Screen Shot 2025-11-16 at 7.30.17 PM.png"/>
          <p:cNvPicPr preferRelativeResize="0"/>
          <p:nvPr/>
        </p:nvPicPr>
        <p:blipFill>
          <a:blip r:embed="rId3">
            <a:alphaModFix/>
          </a:blip>
          <a:stretch>
            <a:fillRect/>
          </a:stretch>
        </p:blipFill>
        <p:spPr>
          <a:xfrm>
            <a:off x="4856100" y="1377198"/>
            <a:ext cx="3832681" cy="2138950"/>
          </a:xfrm>
          <a:prstGeom prst="rect">
            <a:avLst/>
          </a:prstGeom>
          <a:noFill/>
          <a:ln>
            <a:noFill/>
          </a:ln>
        </p:spPr>
      </p:pic>
      <p:pic>
        <p:nvPicPr>
          <p:cNvPr id="851" name="Google Shape;851;p112" title="Screen Shot 2025-11-16 at 7.32.25 PM.png"/>
          <p:cNvPicPr preferRelativeResize="0"/>
          <p:nvPr/>
        </p:nvPicPr>
        <p:blipFill>
          <a:blip r:embed="rId4">
            <a:alphaModFix/>
          </a:blip>
          <a:stretch>
            <a:fillRect/>
          </a:stretch>
        </p:blipFill>
        <p:spPr>
          <a:xfrm>
            <a:off x="4856100" y="3589500"/>
            <a:ext cx="3832675" cy="1126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113"/>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None/>
            </a:pPr>
            <a:r>
              <a:rPr lang="en" sz="3700"/>
              <a:t>Overview of Visualization Cont.</a:t>
            </a:r>
            <a:endParaRPr sz="3700"/>
          </a:p>
        </p:txBody>
      </p:sp>
      <p:pic>
        <p:nvPicPr>
          <p:cNvPr id="857" name="Google Shape;857;p113" title="Screen Shot 2025-11-16 at 7.34.24 PM.png"/>
          <p:cNvPicPr preferRelativeResize="0"/>
          <p:nvPr/>
        </p:nvPicPr>
        <p:blipFill rotWithShape="1">
          <a:blip r:embed="rId3">
            <a:alphaModFix/>
          </a:blip>
          <a:srcRect b="0" l="0" r="14987" t="0"/>
          <a:stretch/>
        </p:blipFill>
        <p:spPr>
          <a:xfrm>
            <a:off x="414925" y="1891250"/>
            <a:ext cx="3864025" cy="2497125"/>
          </a:xfrm>
          <a:prstGeom prst="rect">
            <a:avLst/>
          </a:prstGeom>
          <a:noFill/>
          <a:ln>
            <a:noFill/>
          </a:ln>
        </p:spPr>
      </p:pic>
      <p:pic>
        <p:nvPicPr>
          <p:cNvPr id="858" name="Google Shape;858;p113" title="Screen Shot 2025-11-16 at 7.36.23 PM.png"/>
          <p:cNvPicPr preferRelativeResize="0"/>
          <p:nvPr/>
        </p:nvPicPr>
        <p:blipFill>
          <a:blip r:embed="rId4">
            <a:alphaModFix/>
          </a:blip>
          <a:stretch>
            <a:fillRect/>
          </a:stretch>
        </p:blipFill>
        <p:spPr>
          <a:xfrm>
            <a:off x="5000425" y="1444526"/>
            <a:ext cx="3542996" cy="1753350"/>
          </a:xfrm>
          <a:prstGeom prst="rect">
            <a:avLst/>
          </a:prstGeom>
          <a:noFill/>
          <a:ln>
            <a:noFill/>
          </a:ln>
        </p:spPr>
      </p:pic>
      <p:pic>
        <p:nvPicPr>
          <p:cNvPr id="859" name="Google Shape;859;p113" title="Screen Shot 2025-11-16 at 7.36.52 PM.png"/>
          <p:cNvPicPr preferRelativeResize="0"/>
          <p:nvPr/>
        </p:nvPicPr>
        <p:blipFill>
          <a:blip r:embed="rId5">
            <a:alphaModFix/>
          </a:blip>
          <a:stretch>
            <a:fillRect/>
          </a:stretch>
        </p:blipFill>
        <p:spPr>
          <a:xfrm>
            <a:off x="4965825" y="3377750"/>
            <a:ext cx="3612201" cy="1365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114"/>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None/>
            </a:pPr>
            <a:r>
              <a:rPr lang="en" sz="3900"/>
              <a:t>Evolution of Dashboard</a:t>
            </a:r>
            <a:endParaRPr sz="3900"/>
          </a:p>
        </p:txBody>
      </p:sp>
      <p:sp>
        <p:nvSpPr>
          <p:cNvPr id="865" name="Google Shape;865;p114"/>
          <p:cNvSpPr txBox="1"/>
          <p:nvPr>
            <p:ph idx="1" type="subTitle"/>
          </p:nvPr>
        </p:nvSpPr>
        <p:spPr>
          <a:xfrm>
            <a:off x="1655875" y="1348075"/>
            <a:ext cx="7218000" cy="5433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None/>
            </a:pPr>
            <a:r>
              <a:rPr lang="en">
                <a:solidFill>
                  <a:schemeClr val="dk1"/>
                </a:solidFill>
              </a:rPr>
              <a:t>Selecting KPIs and parts of data for use</a:t>
            </a:r>
            <a:endParaRPr>
              <a:solidFill>
                <a:schemeClr val="dk1"/>
              </a:solidFill>
            </a:endParaRPr>
          </a:p>
        </p:txBody>
      </p:sp>
      <p:sp>
        <p:nvSpPr>
          <p:cNvPr id="866" name="Google Shape;866;p114"/>
          <p:cNvSpPr txBox="1"/>
          <p:nvPr>
            <p:ph idx="2" type="subTitle"/>
          </p:nvPr>
        </p:nvSpPr>
        <p:spPr>
          <a:xfrm>
            <a:off x="1655875" y="2092550"/>
            <a:ext cx="7218000" cy="5433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None/>
            </a:pPr>
            <a:r>
              <a:rPr lang="en">
                <a:solidFill>
                  <a:schemeClr val="dk1"/>
                </a:solidFill>
              </a:rPr>
              <a:t>Data cleaning and subsetting</a:t>
            </a:r>
            <a:endParaRPr>
              <a:solidFill>
                <a:schemeClr val="dk1"/>
              </a:solidFill>
            </a:endParaRPr>
          </a:p>
        </p:txBody>
      </p:sp>
      <p:sp>
        <p:nvSpPr>
          <p:cNvPr id="867" name="Google Shape;867;p114"/>
          <p:cNvSpPr txBox="1"/>
          <p:nvPr>
            <p:ph idx="3" type="subTitle"/>
          </p:nvPr>
        </p:nvSpPr>
        <p:spPr>
          <a:xfrm>
            <a:off x="1655875" y="2837025"/>
            <a:ext cx="7218000" cy="5433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chemeClr val="dk1"/>
              </a:buClr>
              <a:buSzPts val="1100"/>
              <a:buFont typeface="Arial"/>
              <a:buNone/>
            </a:pPr>
            <a:r>
              <a:rPr lang="en">
                <a:solidFill>
                  <a:schemeClr val="dk1"/>
                </a:solidFill>
              </a:rPr>
              <a:t>Creation of visualizations</a:t>
            </a:r>
            <a:endParaRPr>
              <a:solidFill>
                <a:schemeClr val="dk1"/>
              </a:solidFill>
            </a:endParaRPr>
          </a:p>
        </p:txBody>
      </p:sp>
      <p:sp>
        <p:nvSpPr>
          <p:cNvPr id="868" name="Google Shape;868;p114"/>
          <p:cNvSpPr txBox="1"/>
          <p:nvPr>
            <p:ph idx="4" type="subTitle"/>
          </p:nvPr>
        </p:nvSpPr>
        <p:spPr>
          <a:xfrm>
            <a:off x="1655875" y="3576275"/>
            <a:ext cx="7218000" cy="5433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chemeClr val="dk1"/>
              </a:buClr>
              <a:buSzPts val="1100"/>
              <a:buFont typeface="Arial"/>
              <a:buNone/>
            </a:pPr>
            <a:r>
              <a:rPr lang="en">
                <a:solidFill>
                  <a:schemeClr val="dk1"/>
                </a:solidFill>
              </a:rPr>
              <a:t>Creation of </a:t>
            </a:r>
            <a:r>
              <a:rPr lang="en">
                <a:solidFill>
                  <a:schemeClr val="dk1"/>
                </a:solidFill>
              </a:rPr>
              <a:t>initial</a:t>
            </a:r>
            <a:r>
              <a:rPr lang="en">
                <a:solidFill>
                  <a:schemeClr val="dk1"/>
                </a:solidFill>
              </a:rPr>
              <a:t> dashboard prototype</a:t>
            </a:r>
            <a:endParaRPr>
              <a:solidFill>
                <a:schemeClr val="dk1"/>
              </a:solidFill>
            </a:endParaRPr>
          </a:p>
        </p:txBody>
      </p:sp>
      <p:sp>
        <p:nvSpPr>
          <p:cNvPr id="869" name="Google Shape;869;p114"/>
          <p:cNvSpPr txBox="1"/>
          <p:nvPr>
            <p:ph idx="5" type="subTitle"/>
          </p:nvPr>
        </p:nvSpPr>
        <p:spPr>
          <a:xfrm>
            <a:off x="1655875" y="4315525"/>
            <a:ext cx="7218000" cy="543300"/>
          </a:xfrm>
          <a:prstGeom prst="rect">
            <a:avLst/>
          </a:prstGeom>
        </p:spPr>
        <p:txBody>
          <a:bodyPr anchorCtr="0" anchor="ctr" bIns="91425" lIns="91425" spcFirstLastPara="1" rIns="91425" wrap="square" tIns="91425">
            <a:normAutofit fontScale="92500"/>
          </a:bodyPr>
          <a:lstStyle/>
          <a:p>
            <a:pPr indent="0" lvl="0" marL="0" rtl="0" algn="ctr">
              <a:lnSpc>
                <a:spcPct val="90000"/>
              </a:lnSpc>
              <a:spcBef>
                <a:spcPts val="0"/>
              </a:spcBef>
              <a:spcAft>
                <a:spcPts val="0"/>
              </a:spcAft>
              <a:buClr>
                <a:schemeClr val="dk1"/>
              </a:buClr>
              <a:buSzPct val="50000"/>
              <a:buFont typeface="Arial"/>
              <a:buNone/>
            </a:pPr>
            <a:r>
              <a:rPr lang="en">
                <a:solidFill>
                  <a:schemeClr val="dk1"/>
                </a:solidFill>
              </a:rPr>
              <a:t>Addition of interactive features leading to final </a:t>
            </a:r>
            <a:r>
              <a:rPr lang="en">
                <a:solidFill>
                  <a:schemeClr val="dk1"/>
                </a:solidFill>
              </a:rPr>
              <a:t>prototype</a:t>
            </a:r>
            <a:endParaRPr>
              <a:solidFill>
                <a:schemeClr val="dk1"/>
              </a:solidFill>
            </a:endParaRPr>
          </a:p>
        </p:txBody>
      </p:sp>
      <p:sp>
        <p:nvSpPr>
          <p:cNvPr id="870" name="Google Shape;870;p114"/>
          <p:cNvSpPr txBox="1"/>
          <p:nvPr>
            <p:ph idx="6" type="subTitle"/>
          </p:nvPr>
        </p:nvSpPr>
        <p:spPr>
          <a:xfrm flipH="1">
            <a:off x="91975" y="1369047"/>
            <a:ext cx="1563900" cy="5433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lang="en">
                <a:solidFill>
                  <a:schemeClr val="dk1"/>
                </a:solidFill>
              </a:rPr>
              <a:t>1</a:t>
            </a:r>
            <a:endParaRPr>
              <a:solidFill>
                <a:schemeClr val="dk1"/>
              </a:solidFill>
            </a:endParaRPr>
          </a:p>
        </p:txBody>
      </p:sp>
      <p:sp>
        <p:nvSpPr>
          <p:cNvPr id="871" name="Google Shape;871;p114"/>
          <p:cNvSpPr txBox="1"/>
          <p:nvPr>
            <p:ph idx="7" type="subTitle"/>
          </p:nvPr>
        </p:nvSpPr>
        <p:spPr>
          <a:xfrm flipH="1">
            <a:off x="91975" y="2113547"/>
            <a:ext cx="1563900" cy="5433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lang="en">
                <a:solidFill>
                  <a:schemeClr val="dk1"/>
                </a:solidFill>
              </a:rPr>
              <a:t>2</a:t>
            </a:r>
            <a:endParaRPr>
              <a:solidFill>
                <a:schemeClr val="dk1"/>
              </a:solidFill>
            </a:endParaRPr>
          </a:p>
        </p:txBody>
      </p:sp>
      <p:sp>
        <p:nvSpPr>
          <p:cNvPr id="872" name="Google Shape;872;p114"/>
          <p:cNvSpPr txBox="1"/>
          <p:nvPr>
            <p:ph idx="8" type="subTitle"/>
          </p:nvPr>
        </p:nvSpPr>
        <p:spPr>
          <a:xfrm flipH="1">
            <a:off x="91975" y="2854085"/>
            <a:ext cx="1563900" cy="5433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lang="en">
                <a:solidFill>
                  <a:schemeClr val="dk1"/>
                </a:solidFill>
              </a:rPr>
              <a:t>3</a:t>
            </a:r>
            <a:endParaRPr>
              <a:solidFill>
                <a:schemeClr val="dk1"/>
              </a:solidFill>
            </a:endParaRPr>
          </a:p>
        </p:txBody>
      </p:sp>
      <p:sp>
        <p:nvSpPr>
          <p:cNvPr id="873" name="Google Shape;873;p114"/>
          <p:cNvSpPr txBox="1"/>
          <p:nvPr>
            <p:ph idx="9" type="subTitle"/>
          </p:nvPr>
        </p:nvSpPr>
        <p:spPr>
          <a:xfrm flipH="1">
            <a:off x="91975" y="3592685"/>
            <a:ext cx="1563900" cy="5433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lang="en">
                <a:solidFill>
                  <a:schemeClr val="dk1"/>
                </a:solidFill>
              </a:rPr>
              <a:t>4</a:t>
            </a:r>
            <a:endParaRPr>
              <a:solidFill>
                <a:schemeClr val="dk1"/>
              </a:solidFill>
            </a:endParaRPr>
          </a:p>
        </p:txBody>
      </p:sp>
      <p:sp>
        <p:nvSpPr>
          <p:cNvPr id="874" name="Google Shape;874;p114"/>
          <p:cNvSpPr txBox="1"/>
          <p:nvPr>
            <p:ph idx="13" type="subTitle"/>
          </p:nvPr>
        </p:nvSpPr>
        <p:spPr>
          <a:xfrm flipH="1">
            <a:off x="91975" y="4336485"/>
            <a:ext cx="1563900" cy="5433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lang="en">
                <a:solidFill>
                  <a:schemeClr val="dk1"/>
                </a:solidFill>
              </a:rPr>
              <a:t>5</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115"/>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Demo</a:t>
            </a:r>
            <a:endParaRPr/>
          </a:p>
        </p:txBody>
      </p:sp>
      <p:pic>
        <p:nvPicPr>
          <p:cNvPr id="880" name="Google Shape;880;p115" title="Screen Shot 2025-11-16 at 7.41.13 PM.png"/>
          <p:cNvPicPr preferRelativeResize="0"/>
          <p:nvPr/>
        </p:nvPicPr>
        <p:blipFill>
          <a:blip r:embed="rId3">
            <a:alphaModFix/>
          </a:blip>
          <a:stretch>
            <a:fillRect/>
          </a:stretch>
        </p:blipFill>
        <p:spPr>
          <a:xfrm>
            <a:off x="961913" y="1167125"/>
            <a:ext cx="7222776" cy="3890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pic>
        <p:nvPicPr>
          <p:cNvPr id="885" name="Google Shape;885;p116" title="Healthy-People-2030-SDOH-Graphic-Domain-Labels.png"/>
          <p:cNvPicPr preferRelativeResize="0"/>
          <p:nvPr>
            <p:ph idx="2" type="pic"/>
          </p:nvPr>
        </p:nvPicPr>
        <p:blipFill rotWithShape="1">
          <a:blip r:embed="rId3">
            <a:alphaModFix/>
          </a:blip>
          <a:srcRect b="4495" l="0" r="0" t="4504"/>
          <a:stretch/>
        </p:blipFill>
        <p:spPr>
          <a:xfrm>
            <a:off x="6777400" y="1963575"/>
            <a:ext cx="2096400" cy="2096400"/>
          </a:xfrm>
          <a:prstGeom prst="roundRect">
            <a:avLst>
              <a:gd fmla="val 16667" name="adj"/>
            </a:avLst>
          </a:prstGeom>
        </p:spPr>
      </p:pic>
      <p:sp>
        <p:nvSpPr>
          <p:cNvPr id="886" name="Google Shape;886;p116"/>
          <p:cNvSpPr txBox="1"/>
          <p:nvPr>
            <p:ph idx="1" type="body"/>
          </p:nvPr>
        </p:nvSpPr>
        <p:spPr>
          <a:xfrm>
            <a:off x="545275" y="1321275"/>
            <a:ext cx="5795400" cy="3306600"/>
          </a:xfrm>
          <a:prstGeom prst="rect">
            <a:avLst/>
          </a:prstGeom>
        </p:spPr>
        <p:txBody>
          <a:bodyPr anchorCtr="0" anchor="t" bIns="91425" lIns="91425" spcFirstLastPara="1" rIns="91425" wrap="square" tIns="91425">
            <a:noAutofit/>
          </a:bodyPr>
          <a:lstStyle/>
          <a:p>
            <a:pPr indent="-346075" lvl="0" marL="457200" rtl="0" algn="l">
              <a:lnSpc>
                <a:spcPct val="80000"/>
              </a:lnSpc>
              <a:spcBef>
                <a:spcPts val="0"/>
              </a:spcBef>
              <a:spcAft>
                <a:spcPts val="0"/>
              </a:spcAft>
              <a:buClr>
                <a:schemeClr val="dk1"/>
              </a:buClr>
              <a:buSzPts val="1850"/>
              <a:buChar char="●"/>
            </a:pPr>
            <a:r>
              <a:rPr lang="en" sz="1850">
                <a:solidFill>
                  <a:schemeClr val="dk1"/>
                </a:solidFill>
              </a:rPr>
              <a:t>Missing data/ overlapping designations for some counties</a:t>
            </a:r>
            <a:endParaRPr sz="1850">
              <a:solidFill>
                <a:schemeClr val="dk1"/>
              </a:solidFill>
            </a:endParaRPr>
          </a:p>
          <a:p>
            <a:pPr indent="-346075" lvl="1" marL="914400" rtl="0" algn="l">
              <a:lnSpc>
                <a:spcPct val="80000"/>
              </a:lnSpc>
              <a:spcBef>
                <a:spcPts val="0"/>
              </a:spcBef>
              <a:spcAft>
                <a:spcPts val="0"/>
              </a:spcAft>
              <a:buClr>
                <a:schemeClr val="dk1"/>
              </a:buClr>
              <a:buSzPts val="1850"/>
              <a:buChar char="○"/>
            </a:pPr>
            <a:r>
              <a:rPr lang="en" sz="1850">
                <a:solidFill>
                  <a:schemeClr val="dk1"/>
                </a:solidFill>
              </a:rPr>
              <a:t>Resulting in bias when analyzing county data based on population </a:t>
            </a:r>
            <a:endParaRPr sz="1850">
              <a:solidFill>
                <a:schemeClr val="dk1"/>
              </a:solidFill>
            </a:endParaRPr>
          </a:p>
          <a:p>
            <a:pPr indent="-346075" lvl="0" marL="457200" rtl="0" algn="l">
              <a:lnSpc>
                <a:spcPct val="80000"/>
              </a:lnSpc>
              <a:spcBef>
                <a:spcPts val="0"/>
              </a:spcBef>
              <a:spcAft>
                <a:spcPts val="0"/>
              </a:spcAft>
              <a:buClr>
                <a:schemeClr val="dk1"/>
              </a:buClr>
              <a:buSzPts val="1850"/>
              <a:buChar char="●"/>
            </a:pPr>
            <a:r>
              <a:rPr lang="en" sz="1850">
                <a:solidFill>
                  <a:schemeClr val="dk1"/>
                </a:solidFill>
              </a:rPr>
              <a:t>Data types</a:t>
            </a:r>
            <a:endParaRPr sz="1850">
              <a:solidFill>
                <a:schemeClr val="dk1"/>
              </a:solidFill>
            </a:endParaRPr>
          </a:p>
          <a:p>
            <a:pPr indent="-346075" lvl="1" marL="914400" rtl="0" algn="l">
              <a:lnSpc>
                <a:spcPct val="80000"/>
              </a:lnSpc>
              <a:spcBef>
                <a:spcPts val="0"/>
              </a:spcBef>
              <a:spcAft>
                <a:spcPts val="0"/>
              </a:spcAft>
              <a:buClr>
                <a:schemeClr val="dk1"/>
              </a:buClr>
              <a:buSzPts val="1850"/>
              <a:buChar char="○"/>
            </a:pPr>
            <a:r>
              <a:rPr lang="en" sz="1850">
                <a:solidFill>
                  <a:schemeClr val="dk1"/>
                </a:solidFill>
              </a:rPr>
              <a:t>Had to create subsets of data in order for </a:t>
            </a:r>
            <a:r>
              <a:rPr lang="en" sz="1850">
                <a:solidFill>
                  <a:schemeClr val="dk1"/>
                </a:solidFill>
              </a:rPr>
              <a:t>Tableau</a:t>
            </a:r>
            <a:r>
              <a:rPr lang="en" sz="1850">
                <a:solidFill>
                  <a:schemeClr val="dk1"/>
                </a:solidFill>
              </a:rPr>
              <a:t> to recognize geographic location</a:t>
            </a:r>
            <a:endParaRPr sz="1850">
              <a:solidFill>
                <a:schemeClr val="dk1"/>
              </a:solidFill>
            </a:endParaRPr>
          </a:p>
          <a:p>
            <a:pPr indent="-346075" lvl="0" marL="457200" rtl="0" algn="l">
              <a:lnSpc>
                <a:spcPct val="80000"/>
              </a:lnSpc>
              <a:spcBef>
                <a:spcPts val="0"/>
              </a:spcBef>
              <a:spcAft>
                <a:spcPts val="0"/>
              </a:spcAft>
              <a:buClr>
                <a:schemeClr val="dk1"/>
              </a:buClr>
              <a:buSzPts val="1850"/>
              <a:buChar char="●"/>
            </a:pPr>
            <a:r>
              <a:rPr lang="en" sz="1850">
                <a:solidFill>
                  <a:schemeClr val="dk1"/>
                </a:solidFill>
              </a:rPr>
              <a:t>Amount of data</a:t>
            </a:r>
            <a:endParaRPr sz="1850">
              <a:solidFill>
                <a:schemeClr val="dk1"/>
              </a:solidFill>
            </a:endParaRPr>
          </a:p>
          <a:p>
            <a:pPr indent="-346075" lvl="1" marL="914400" rtl="0" algn="l">
              <a:lnSpc>
                <a:spcPct val="80000"/>
              </a:lnSpc>
              <a:spcBef>
                <a:spcPts val="0"/>
              </a:spcBef>
              <a:spcAft>
                <a:spcPts val="0"/>
              </a:spcAft>
              <a:buClr>
                <a:schemeClr val="dk1"/>
              </a:buClr>
              <a:buSzPts val="1850"/>
              <a:buChar char="○"/>
            </a:pPr>
            <a:r>
              <a:rPr lang="en" sz="1850">
                <a:solidFill>
                  <a:schemeClr val="dk1"/>
                </a:solidFill>
              </a:rPr>
              <a:t>Large dataset hard to parse through</a:t>
            </a:r>
            <a:endParaRPr sz="1850">
              <a:solidFill>
                <a:schemeClr val="dk1"/>
              </a:solidFill>
            </a:endParaRPr>
          </a:p>
          <a:p>
            <a:pPr indent="-346075" lvl="0" marL="457200" rtl="0" algn="l">
              <a:lnSpc>
                <a:spcPct val="80000"/>
              </a:lnSpc>
              <a:spcBef>
                <a:spcPts val="0"/>
              </a:spcBef>
              <a:spcAft>
                <a:spcPts val="0"/>
              </a:spcAft>
              <a:buClr>
                <a:schemeClr val="dk1"/>
              </a:buClr>
              <a:buSzPts val="1850"/>
              <a:buChar char="●"/>
            </a:pPr>
            <a:r>
              <a:rPr lang="en" sz="1850">
                <a:solidFill>
                  <a:schemeClr val="dk1"/>
                </a:solidFill>
              </a:rPr>
              <a:t>Scoring metrics</a:t>
            </a:r>
            <a:endParaRPr sz="1850">
              <a:solidFill>
                <a:schemeClr val="dk1"/>
              </a:solidFill>
            </a:endParaRPr>
          </a:p>
          <a:p>
            <a:pPr indent="-346075" lvl="1" marL="914400" rtl="0" algn="l">
              <a:lnSpc>
                <a:spcPct val="80000"/>
              </a:lnSpc>
              <a:spcBef>
                <a:spcPts val="0"/>
              </a:spcBef>
              <a:spcAft>
                <a:spcPts val="0"/>
              </a:spcAft>
              <a:buClr>
                <a:schemeClr val="dk1"/>
              </a:buClr>
              <a:buSzPts val="1850"/>
              <a:buChar char="○"/>
            </a:pPr>
            <a:r>
              <a:rPr lang="en" sz="1850">
                <a:solidFill>
                  <a:schemeClr val="dk1"/>
                </a:solidFill>
              </a:rPr>
              <a:t>HPSA scoring does not account for other factors limiting access to care like insurance coverage or Social Determinants of Health </a:t>
            </a:r>
            <a:endParaRPr sz="1850">
              <a:solidFill>
                <a:schemeClr val="dk1"/>
              </a:solidFill>
            </a:endParaRPr>
          </a:p>
        </p:txBody>
      </p:sp>
      <p:sp>
        <p:nvSpPr>
          <p:cNvPr id="887" name="Google Shape;887;p116"/>
          <p:cNvSpPr txBox="1"/>
          <p:nvPr>
            <p:ph type="title"/>
          </p:nvPr>
        </p:nvSpPr>
        <p:spPr>
          <a:xfrm>
            <a:off x="274950" y="327125"/>
            <a:ext cx="6326700" cy="66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990"/>
              <a:buFont typeface="Arial"/>
              <a:buNone/>
            </a:pPr>
            <a:r>
              <a:rPr lang="en" sz="3480"/>
              <a:t>Limitations</a:t>
            </a:r>
            <a:endParaRPr sz="3480"/>
          </a:p>
        </p:txBody>
      </p:sp>
      <p:sp>
        <p:nvSpPr>
          <p:cNvPr id="888" name="Google Shape;888;p116"/>
          <p:cNvSpPr txBox="1"/>
          <p:nvPr/>
        </p:nvSpPr>
        <p:spPr>
          <a:xfrm>
            <a:off x="6849700" y="4059975"/>
            <a:ext cx="1951800" cy="25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00">
                <a:latin typeface="DM Sans"/>
                <a:ea typeface="DM Sans"/>
                <a:cs typeface="DM Sans"/>
                <a:sym typeface="DM Sans"/>
              </a:rPr>
              <a:t>https://www.lifecarealliance.org/what-you-should-know-about-social-determinants-of-health/</a:t>
            </a:r>
            <a:endParaRPr sz="500">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pic>
        <p:nvPicPr>
          <p:cNvPr id="893" name="Google Shape;893;p117" title="WorkforceShortage1200X628.jpg"/>
          <p:cNvPicPr preferRelativeResize="0"/>
          <p:nvPr>
            <p:ph idx="2" type="pic"/>
          </p:nvPr>
        </p:nvPicPr>
        <p:blipFill rotWithShape="1">
          <a:blip r:embed="rId3">
            <a:alphaModFix/>
          </a:blip>
          <a:srcRect b="0" l="24770" r="24841" t="0"/>
          <a:stretch/>
        </p:blipFill>
        <p:spPr>
          <a:xfrm>
            <a:off x="6716050" y="1889825"/>
            <a:ext cx="2157900" cy="2241000"/>
          </a:xfrm>
          <a:prstGeom prst="roundRect">
            <a:avLst>
              <a:gd fmla="val 16667" name="adj"/>
            </a:avLst>
          </a:prstGeom>
        </p:spPr>
      </p:pic>
      <p:sp>
        <p:nvSpPr>
          <p:cNvPr id="894" name="Google Shape;894;p117"/>
          <p:cNvSpPr txBox="1"/>
          <p:nvPr>
            <p:ph idx="1" type="body"/>
          </p:nvPr>
        </p:nvSpPr>
        <p:spPr>
          <a:xfrm>
            <a:off x="494800" y="1503725"/>
            <a:ext cx="5837700" cy="3013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a:solidFill>
                  <a:schemeClr val="dk1"/>
                </a:solidFill>
              </a:rPr>
              <a:t>BI is a powerful tool that can help drive policy/ program recommendations and changes to </a:t>
            </a:r>
            <a:r>
              <a:rPr lang="en">
                <a:solidFill>
                  <a:schemeClr val="dk1"/>
                </a:solidFill>
              </a:rPr>
              <a:t>alleviate</a:t>
            </a:r>
            <a:r>
              <a:rPr lang="en">
                <a:solidFill>
                  <a:schemeClr val="dk1"/>
                </a:solidFill>
              </a:rPr>
              <a:t> burden of workforce shortages in healthcare</a:t>
            </a:r>
            <a:endParaRPr>
              <a:solidFill>
                <a:schemeClr val="dk1"/>
              </a:solidFill>
            </a:endParaRPr>
          </a:p>
          <a:p>
            <a:pPr indent="-330200" lvl="1" marL="914400" rtl="0" algn="l">
              <a:spcBef>
                <a:spcPts val="0"/>
              </a:spcBef>
              <a:spcAft>
                <a:spcPts val="0"/>
              </a:spcAft>
              <a:buClr>
                <a:schemeClr val="dk1"/>
              </a:buClr>
              <a:buSzPts val="1600"/>
              <a:buChar char="○"/>
            </a:pPr>
            <a:r>
              <a:rPr lang="en">
                <a:solidFill>
                  <a:schemeClr val="dk1"/>
                </a:solidFill>
              </a:rPr>
              <a:t>Efforts can be “targeted </a:t>
            </a:r>
            <a:r>
              <a:rPr lang="en">
                <a:solidFill>
                  <a:schemeClr val="dk1"/>
                </a:solidFill>
              </a:rPr>
              <a:t>within</a:t>
            </a:r>
            <a:r>
              <a:rPr lang="en">
                <a:solidFill>
                  <a:schemeClr val="dk1"/>
                </a:solidFill>
              </a:rPr>
              <a:t> the healthcare landscape” (Alam 2022)</a:t>
            </a:r>
            <a:endParaRPr>
              <a:solidFill>
                <a:schemeClr val="dk1"/>
              </a:solidFill>
            </a:endParaRPr>
          </a:p>
          <a:p>
            <a:pPr indent="-330200" lvl="1" marL="914400" rtl="0" algn="l">
              <a:spcBef>
                <a:spcPts val="0"/>
              </a:spcBef>
              <a:spcAft>
                <a:spcPts val="0"/>
              </a:spcAft>
              <a:buClr>
                <a:schemeClr val="dk1"/>
              </a:buClr>
              <a:buSzPts val="1600"/>
              <a:buChar char="○"/>
            </a:pPr>
            <a:r>
              <a:rPr lang="en">
                <a:solidFill>
                  <a:schemeClr val="dk1"/>
                </a:solidFill>
              </a:rPr>
              <a:t>Example: creating more pipeline programs for rural students to practice in rural areas (Alam 2022)</a:t>
            </a:r>
            <a:endParaRPr>
              <a:solidFill>
                <a:schemeClr val="dk1"/>
              </a:solidFill>
            </a:endParaRPr>
          </a:p>
          <a:p>
            <a:pPr indent="-330200" lvl="0" marL="457200" rtl="0" algn="l">
              <a:spcBef>
                <a:spcPts val="0"/>
              </a:spcBef>
              <a:spcAft>
                <a:spcPts val="0"/>
              </a:spcAft>
              <a:buClr>
                <a:schemeClr val="dk1"/>
              </a:buClr>
              <a:buSzPts val="1600"/>
              <a:buChar char="●"/>
            </a:pPr>
            <a:r>
              <a:rPr lang="en">
                <a:solidFill>
                  <a:schemeClr val="dk1"/>
                </a:solidFill>
              </a:rPr>
              <a:t>HPSA designation and scoring is useful but should be updated to include more factors that impact healthcare delivery</a:t>
            </a:r>
            <a:endParaRPr>
              <a:solidFill>
                <a:schemeClr val="dk1"/>
              </a:solidFill>
            </a:endParaRPr>
          </a:p>
        </p:txBody>
      </p:sp>
      <p:sp>
        <p:nvSpPr>
          <p:cNvPr id="895" name="Google Shape;895;p117"/>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chemeClr val="dk1"/>
              </a:buClr>
              <a:buSzPts val="1100"/>
              <a:buFont typeface="Arial"/>
              <a:buNone/>
            </a:pPr>
            <a:r>
              <a:rPr lang="en" sz="4400"/>
              <a:t>Conclusion</a:t>
            </a:r>
            <a:endParaRPr sz="4400"/>
          </a:p>
        </p:txBody>
      </p:sp>
      <p:sp>
        <p:nvSpPr>
          <p:cNvPr id="896" name="Google Shape;896;p117"/>
          <p:cNvSpPr txBox="1"/>
          <p:nvPr/>
        </p:nvSpPr>
        <p:spPr>
          <a:xfrm>
            <a:off x="6762550" y="4130825"/>
            <a:ext cx="2064900" cy="29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500">
                <a:latin typeface="DM Sans"/>
                <a:ea typeface="DM Sans"/>
                <a:cs typeface="DM Sans"/>
                <a:sym typeface="DM Sans"/>
              </a:rPr>
              <a:t>https://www.ache.org/blog/2024/lets-flip-the-question-of-the-healthcare-workforce-shortage</a:t>
            </a:r>
            <a:endParaRPr sz="500">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118"/>
          <p:cNvSpPr txBox="1"/>
          <p:nvPr>
            <p:ph idx="1" type="body"/>
          </p:nvPr>
        </p:nvSpPr>
        <p:spPr>
          <a:xfrm>
            <a:off x="559275" y="1335950"/>
            <a:ext cx="5760300" cy="31809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Clr>
                <a:schemeClr val="dk1"/>
              </a:buClr>
              <a:buSzPts val="1100"/>
              <a:buFont typeface="Arial"/>
              <a:buNone/>
            </a:pPr>
            <a:r>
              <a:rPr lang="en" sz="1550">
                <a:solidFill>
                  <a:schemeClr val="dk1"/>
                </a:solidFill>
              </a:rPr>
              <a:t>Alam, F. (2022). Addressing Workforce Shortages Through Equitable Design of Education and Opportunities. </a:t>
            </a:r>
            <a:r>
              <a:rPr i="1" lang="en" sz="1550">
                <a:solidFill>
                  <a:schemeClr val="dk1"/>
                </a:solidFill>
              </a:rPr>
              <a:t>Journal of Science Policy &amp; Governance</a:t>
            </a:r>
            <a:r>
              <a:rPr lang="en" sz="1550">
                <a:solidFill>
                  <a:schemeClr val="dk1"/>
                </a:solidFill>
              </a:rPr>
              <a:t>, </a:t>
            </a:r>
            <a:r>
              <a:rPr i="1" lang="en" sz="1550">
                <a:solidFill>
                  <a:schemeClr val="dk1"/>
                </a:solidFill>
              </a:rPr>
              <a:t>20</a:t>
            </a:r>
            <a:r>
              <a:rPr lang="en" sz="1550">
                <a:solidFill>
                  <a:schemeClr val="dk1"/>
                </a:solidFill>
              </a:rPr>
              <a:t>(02). </a:t>
            </a:r>
            <a:r>
              <a:rPr lang="en" sz="1550" u="sng">
                <a:solidFill>
                  <a:schemeClr val="hlink"/>
                </a:solidFill>
                <a:hlinkClick r:id="rId3"/>
              </a:rPr>
              <a:t>https://doi.org/10.38126/jspg200201</a:t>
            </a:r>
            <a:endParaRPr sz="1550">
              <a:solidFill>
                <a:schemeClr val="dk1"/>
              </a:solidFill>
            </a:endParaRPr>
          </a:p>
          <a:p>
            <a:pPr indent="0" lvl="0" marL="0" rtl="0" algn="l">
              <a:lnSpc>
                <a:spcPct val="100000"/>
              </a:lnSpc>
              <a:spcBef>
                <a:spcPts val="0"/>
              </a:spcBef>
              <a:spcAft>
                <a:spcPts val="0"/>
              </a:spcAft>
              <a:buClr>
                <a:schemeClr val="dk1"/>
              </a:buClr>
              <a:buSzPts val="1100"/>
              <a:buFont typeface="Arial"/>
              <a:buNone/>
            </a:pPr>
            <a:r>
              <a:rPr i="1" lang="en" sz="1550">
                <a:solidFill>
                  <a:schemeClr val="dk1"/>
                </a:solidFill>
              </a:rPr>
              <a:t>Data Explorer</a:t>
            </a:r>
            <a:r>
              <a:rPr lang="en" sz="1550">
                <a:solidFill>
                  <a:schemeClr val="dk1"/>
                </a:solidFill>
              </a:rPr>
              <a:t>. (2025). Hrsa.gov. </a:t>
            </a:r>
            <a:r>
              <a:rPr lang="en" sz="1550" u="sng">
                <a:solidFill>
                  <a:schemeClr val="hlink"/>
                </a:solidFill>
                <a:hlinkClick r:id="rId4"/>
              </a:rPr>
              <a:t>https://data.hrsa.gov/data/data-explorer</a:t>
            </a:r>
            <a:endParaRPr sz="1550">
              <a:solidFill>
                <a:schemeClr val="dk1"/>
              </a:solidFill>
            </a:endParaRPr>
          </a:p>
          <a:p>
            <a:pPr indent="0" lvl="0" marL="0" rtl="0" algn="l">
              <a:lnSpc>
                <a:spcPct val="100000"/>
              </a:lnSpc>
              <a:spcBef>
                <a:spcPts val="0"/>
              </a:spcBef>
              <a:spcAft>
                <a:spcPts val="0"/>
              </a:spcAft>
              <a:buClr>
                <a:schemeClr val="dk1"/>
              </a:buClr>
              <a:buSzPts val="1100"/>
              <a:buFont typeface="Arial"/>
              <a:buNone/>
            </a:pPr>
            <a:r>
              <a:rPr i="1" lang="en" sz="1550">
                <a:solidFill>
                  <a:schemeClr val="dk1"/>
                </a:solidFill>
              </a:rPr>
              <a:t>North Carolina Counties by Population (2024)</a:t>
            </a:r>
            <a:r>
              <a:rPr lang="en" sz="1550">
                <a:solidFill>
                  <a:schemeClr val="dk1"/>
                </a:solidFill>
              </a:rPr>
              <a:t>. (2024). Worldpopulationreview.com. https://worldpopulationreview.com/us-counties/north-carolina</a:t>
            </a:r>
            <a:endParaRPr sz="1550">
              <a:solidFill>
                <a:schemeClr val="dk1"/>
              </a:solidFill>
            </a:endParaRPr>
          </a:p>
          <a:p>
            <a:pPr indent="0" lvl="0" marL="0" rtl="0" algn="l">
              <a:lnSpc>
                <a:spcPct val="100000"/>
              </a:lnSpc>
              <a:spcBef>
                <a:spcPts val="0"/>
              </a:spcBef>
              <a:spcAft>
                <a:spcPts val="0"/>
              </a:spcAft>
              <a:buClr>
                <a:schemeClr val="dk1"/>
              </a:buClr>
              <a:buSzPts val="1100"/>
              <a:buFont typeface="Arial"/>
              <a:buNone/>
            </a:pPr>
            <a:r>
              <a:rPr i="1" lang="en" sz="1550">
                <a:solidFill>
                  <a:schemeClr val="dk1"/>
                </a:solidFill>
              </a:rPr>
              <a:t>Scoring Shortage Designations | Bureau of Health Workforce</a:t>
            </a:r>
            <a:r>
              <a:rPr lang="en" sz="1550">
                <a:solidFill>
                  <a:schemeClr val="dk1"/>
                </a:solidFill>
              </a:rPr>
              <a:t>. (n.d.). </a:t>
            </a:r>
            <a:r>
              <a:rPr lang="en" sz="1550" u="sng">
                <a:solidFill>
                  <a:schemeClr val="hlink"/>
                </a:solidFill>
                <a:hlinkClick r:id="rId5"/>
              </a:rPr>
              <a:t>Bhw.hrsa.gov</a:t>
            </a:r>
            <a:r>
              <a:rPr lang="en" sz="1550">
                <a:solidFill>
                  <a:schemeClr val="dk1"/>
                </a:solidFill>
              </a:rPr>
              <a:t>. https://bhw.hrsa.gov/workforce-shortage-areas/shortage-designation/scoring</a:t>
            </a:r>
            <a:endParaRPr sz="1800">
              <a:solidFill>
                <a:schemeClr val="dk1"/>
              </a:solidFill>
            </a:endParaRPr>
          </a:p>
        </p:txBody>
      </p:sp>
      <p:sp>
        <p:nvSpPr>
          <p:cNvPr id="902" name="Google Shape;902;p118"/>
          <p:cNvSpPr txBox="1"/>
          <p:nvPr>
            <p:ph type="title"/>
          </p:nvPr>
        </p:nvSpPr>
        <p:spPr>
          <a:xfrm>
            <a:off x="274950" y="327125"/>
            <a:ext cx="6326700" cy="66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990"/>
              <a:buFont typeface="Arial"/>
              <a:buNone/>
            </a:pPr>
            <a:r>
              <a:rPr lang="en" sz="3380"/>
              <a:t>Works Cited</a:t>
            </a:r>
            <a:endParaRPr sz="338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19"/>
          <p:cNvSpPr txBox="1"/>
          <p:nvPr>
            <p:ph type="title"/>
          </p:nvPr>
        </p:nvSpPr>
        <p:spPr>
          <a:xfrm>
            <a:off x="272650" y="2189271"/>
            <a:ext cx="8601300" cy="8400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None/>
            </a:pPr>
            <a:r>
              <a:rPr lang="en" sz="4400"/>
              <a:t>THANK YOU</a:t>
            </a:r>
            <a:endParaRPr sz="4400"/>
          </a:p>
        </p:txBody>
      </p:sp>
    </p:spTree>
  </p:cSld>
  <p:clrMapOvr>
    <a:masterClrMapping/>
  </p:clrMapOvr>
</p:sld>
</file>

<file path=ppt/theme/theme1.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roup/Class Project #1">
  <a:themeElements>
    <a:clrScheme name="Simple Light">
      <a:dk1>
        <a:srgbClr val="000000"/>
      </a:dk1>
      <a:lt1>
        <a:srgbClr val="D2DE9C"/>
      </a:lt1>
      <a:dk2>
        <a:srgbClr val="F3DFA5"/>
      </a:dk2>
      <a:lt2>
        <a:srgbClr val="DBEFF1"/>
      </a:lt2>
      <a:accent1>
        <a:srgbClr val="FD5E48"/>
      </a:accent1>
      <a:accent2>
        <a:srgbClr val="E6C2DE"/>
      </a:accent2>
      <a:accent3>
        <a:srgbClr val="FFFFFF"/>
      </a:accent3>
      <a:accent4>
        <a:srgbClr val="FFFFFF"/>
      </a:accent4>
      <a:accent5>
        <a:srgbClr val="FFFFFF"/>
      </a:accent5>
      <a:accent6>
        <a:srgbClr val="FFFFFF"/>
      </a:accent6>
      <a:hlink>
        <a:srgbClr val="358C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